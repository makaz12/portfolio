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A27211-2430-4D02-AD0F-06100FB6A461}" v="21" dt="2026-04-02T16:33:23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2754CC-9626-494E-8B7A-B759A7776F99}" type="doc">
      <dgm:prSet loTypeId="urn:microsoft.com/office/officeart/2018/5/layout/IconCircleLabel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F2E124A-33F7-4579-9896-40DA9BA9BB60}">
      <dgm:prSet phldr="0"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en-GB" b="1" dirty="0">
              <a:latin typeface="Verdana Pro Cond SemiBold"/>
            </a:rPr>
            <a:t> </a:t>
          </a:r>
          <a:r>
            <a:rPr lang="en-GB" b="1" dirty="0" err="1">
              <a:latin typeface="Verdana Pro Cond SemiBold"/>
            </a:rPr>
            <a:t>Segmentable</a:t>
          </a:r>
          <a:endParaRPr lang="en-GB" b="1" dirty="0"/>
        </a:p>
      </dgm:t>
    </dgm:pt>
    <dgm:pt modelId="{FAAB3928-E43B-4AE3-A990-B21E84EF540B}" type="parTrans" cxnId="{D586DED1-4320-4DCB-9BF9-FD9912B28C1F}">
      <dgm:prSet/>
      <dgm:spPr/>
      <dgm:t>
        <a:bodyPr/>
        <a:lstStyle/>
        <a:p>
          <a:endParaRPr lang="en-US"/>
        </a:p>
      </dgm:t>
    </dgm:pt>
    <dgm:pt modelId="{4B727AC7-6DC3-46BA-BB23-A72264DA84BD}" type="sibTrans" cxnId="{D586DED1-4320-4DCB-9BF9-FD9912B28C1F}">
      <dgm:prSet/>
      <dgm:spPr/>
      <dgm:t>
        <a:bodyPr/>
        <a:lstStyle/>
        <a:p>
          <a:endParaRPr lang="en-US"/>
        </a:p>
      </dgm:t>
    </dgm:pt>
    <dgm:pt modelId="{6DEFD414-9D4E-41BA-909E-DD3338608C0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b="1"/>
            <a:t>surgical and effective</a:t>
          </a:r>
          <a:endParaRPr lang="en-US" b="1"/>
        </a:p>
      </dgm:t>
    </dgm:pt>
    <dgm:pt modelId="{72DDEBD8-EA93-4C6D-9587-C0766FCE56A5}" type="parTrans" cxnId="{52C539E9-6090-42EF-A5FD-8753BF4C5FE7}">
      <dgm:prSet/>
      <dgm:spPr/>
      <dgm:t>
        <a:bodyPr/>
        <a:lstStyle/>
        <a:p>
          <a:endParaRPr lang="en-US"/>
        </a:p>
      </dgm:t>
    </dgm:pt>
    <dgm:pt modelId="{064D9CB6-872F-4675-B5E9-62585B8CA2A8}" type="sibTrans" cxnId="{52C539E9-6090-42EF-A5FD-8753BF4C5FE7}">
      <dgm:prSet/>
      <dgm:spPr/>
      <dgm:t>
        <a:bodyPr/>
        <a:lstStyle/>
        <a:p>
          <a:endParaRPr lang="en-US"/>
        </a:p>
      </dgm:t>
    </dgm:pt>
    <dgm:pt modelId="{67C1ED9E-1EDC-4018-B8C0-E5993244E71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b="1"/>
            <a:t>saves time and money</a:t>
          </a:r>
          <a:endParaRPr lang="en-US" b="1"/>
        </a:p>
      </dgm:t>
    </dgm:pt>
    <dgm:pt modelId="{D08D4F82-C12E-4F7F-B628-9D1307D627E7}" type="parTrans" cxnId="{0135D6E1-FF62-4DFF-992A-B7EC3D742513}">
      <dgm:prSet/>
      <dgm:spPr/>
      <dgm:t>
        <a:bodyPr/>
        <a:lstStyle/>
        <a:p>
          <a:endParaRPr lang="en-US"/>
        </a:p>
      </dgm:t>
    </dgm:pt>
    <dgm:pt modelId="{701589EF-A82A-41C7-9029-3FA0882E067F}" type="sibTrans" cxnId="{0135D6E1-FF62-4DFF-992A-B7EC3D742513}">
      <dgm:prSet/>
      <dgm:spPr/>
      <dgm:t>
        <a:bodyPr/>
        <a:lstStyle/>
        <a:p>
          <a:endParaRPr lang="en-US"/>
        </a:p>
      </dgm:t>
    </dgm:pt>
    <dgm:pt modelId="{DDFF366C-3662-4F2C-BE47-F4276D41113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GB" b="1"/>
            <a:t>makes development more reliable</a:t>
          </a:r>
          <a:endParaRPr lang="en-US" b="1"/>
        </a:p>
      </dgm:t>
    </dgm:pt>
    <dgm:pt modelId="{D35A4379-EB9D-4EF6-88FC-42DE09C3963B}" type="parTrans" cxnId="{3D6C53B1-1539-4707-BE2D-36E4C921937C}">
      <dgm:prSet/>
      <dgm:spPr/>
      <dgm:t>
        <a:bodyPr/>
        <a:lstStyle/>
        <a:p>
          <a:endParaRPr lang="en-US"/>
        </a:p>
      </dgm:t>
    </dgm:pt>
    <dgm:pt modelId="{28E61794-095D-4227-A66F-FEFF1C65E319}" type="sibTrans" cxnId="{3D6C53B1-1539-4707-BE2D-36E4C921937C}">
      <dgm:prSet/>
      <dgm:spPr/>
      <dgm:t>
        <a:bodyPr/>
        <a:lstStyle/>
        <a:p>
          <a:endParaRPr lang="en-US"/>
        </a:p>
      </dgm:t>
    </dgm:pt>
    <dgm:pt modelId="{B5FE01B0-9FFA-4021-8F5B-C71F9675C5F9}" type="pres">
      <dgm:prSet presAssocID="{7E2754CC-9626-494E-8B7A-B759A7776F99}" presName="root" presStyleCnt="0">
        <dgm:presLayoutVars>
          <dgm:dir/>
          <dgm:resizeHandles val="exact"/>
        </dgm:presLayoutVars>
      </dgm:prSet>
      <dgm:spPr/>
    </dgm:pt>
    <dgm:pt modelId="{50AC8963-D3DD-4301-8598-5A5A9E4F49CE}" type="pres">
      <dgm:prSet presAssocID="{0F2E124A-33F7-4579-9896-40DA9BA9BB60}" presName="compNode" presStyleCnt="0"/>
      <dgm:spPr/>
    </dgm:pt>
    <dgm:pt modelId="{7E0F7219-3EA2-4EAA-B899-DE7A43D402B2}" type="pres">
      <dgm:prSet presAssocID="{0F2E124A-33F7-4579-9896-40DA9BA9BB60}" presName="iconBgRect" presStyleLbl="bgShp" presStyleIdx="0" presStyleCnt="4"/>
      <dgm:spPr/>
    </dgm:pt>
    <dgm:pt modelId="{62B2E3E3-051D-4C07-ABA5-47402C71CBAE}" type="pres">
      <dgm:prSet presAssocID="{0F2E124A-33F7-4579-9896-40DA9BA9BB6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F3D557BC-70DC-468D-AD9F-602F83225369}" type="pres">
      <dgm:prSet presAssocID="{0F2E124A-33F7-4579-9896-40DA9BA9BB60}" presName="spaceRect" presStyleCnt="0"/>
      <dgm:spPr/>
    </dgm:pt>
    <dgm:pt modelId="{71F0AEF5-5B07-4B3A-BDB9-848E579E5147}" type="pres">
      <dgm:prSet presAssocID="{0F2E124A-33F7-4579-9896-40DA9BA9BB60}" presName="textRect" presStyleLbl="revTx" presStyleIdx="0" presStyleCnt="4">
        <dgm:presLayoutVars>
          <dgm:chMax val="1"/>
          <dgm:chPref val="1"/>
        </dgm:presLayoutVars>
      </dgm:prSet>
      <dgm:spPr/>
    </dgm:pt>
    <dgm:pt modelId="{F42551CA-53B6-47A0-A442-D115CC893CBB}" type="pres">
      <dgm:prSet presAssocID="{4B727AC7-6DC3-46BA-BB23-A72264DA84BD}" presName="sibTrans" presStyleCnt="0"/>
      <dgm:spPr/>
    </dgm:pt>
    <dgm:pt modelId="{9EDA7D47-132C-4FC0-82B6-F718ACC86589}" type="pres">
      <dgm:prSet presAssocID="{6DEFD414-9D4E-41BA-909E-DD3338608C0A}" presName="compNode" presStyleCnt="0"/>
      <dgm:spPr/>
    </dgm:pt>
    <dgm:pt modelId="{E5988249-E0C2-4A66-8545-E9E8E22912A1}" type="pres">
      <dgm:prSet presAssocID="{6DEFD414-9D4E-41BA-909E-DD3338608C0A}" presName="iconBgRect" presStyleLbl="bgShp" presStyleIdx="1" presStyleCnt="4"/>
      <dgm:spPr/>
    </dgm:pt>
    <dgm:pt modelId="{2E297A7A-1F78-4488-8A01-7D02242F2EA0}" type="pres">
      <dgm:prSet presAssocID="{6DEFD414-9D4E-41BA-909E-DD3338608C0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C14B1C39-EAAA-42F8-9D7D-254D6CB61917}" type="pres">
      <dgm:prSet presAssocID="{6DEFD414-9D4E-41BA-909E-DD3338608C0A}" presName="spaceRect" presStyleCnt="0"/>
      <dgm:spPr/>
    </dgm:pt>
    <dgm:pt modelId="{3BCB7355-5678-4DC8-8305-8A422B97B962}" type="pres">
      <dgm:prSet presAssocID="{6DEFD414-9D4E-41BA-909E-DD3338608C0A}" presName="textRect" presStyleLbl="revTx" presStyleIdx="1" presStyleCnt="4">
        <dgm:presLayoutVars>
          <dgm:chMax val="1"/>
          <dgm:chPref val="1"/>
        </dgm:presLayoutVars>
      </dgm:prSet>
      <dgm:spPr/>
    </dgm:pt>
    <dgm:pt modelId="{042549C6-62C4-4E10-8474-9AC715922B01}" type="pres">
      <dgm:prSet presAssocID="{064D9CB6-872F-4675-B5E9-62585B8CA2A8}" presName="sibTrans" presStyleCnt="0"/>
      <dgm:spPr/>
    </dgm:pt>
    <dgm:pt modelId="{72232E9E-8F31-43E7-B96C-2F84CC4D5660}" type="pres">
      <dgm:prSet presAssocID="{67C1ED9E-1EDC-4018-B8C0-E5993244E719}" presName="compNode" presStyleCnt="0"/>
      <dgm:spPr/>
    </dgm:pt>
    <dgm:pt modelId="{5B600047-47FF-45C2-8D94-D932685181E9}" type="pres">
      <dgm:prSet presAssocID="{67C1ED9E-1EDC-4018-B8C0-E5993244E719}" presName="iconBgRect" presStyleLbl="bgShp" presStyleIdx="2" presStyleCnt="4"/>
      <dgm:spPr/>
    </dgm:pt>
    <dgm:pt modelId="{C032D3EB-A750-483C-B5FB-05F8443731E5}" type="pres">
      <dgm:prSet presAssocID="{67C1ED9E-1EDC-4018-B8C0-E5993244E71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3304C67-E441-4157-A06D-B819CDA12D26}" type="pres">
      <dgm:prSet presAssocID="{67C1ED9E-1EDC-4018-B8C0-E5993244E719}" presName="spaceRect" presStyleCnt="0"/>
      <dgm:spPr/>
    </dgm:pt>
    <dgm:pt modelId="{9CFA152C-61C5-4409-98CD-21234C483EF8}" type="pres">
      <dgm:prSet presAssocID="{67C1ED9E-1EDC-4018-B8C0-E5993244E719}" presName="textRect" presStyleLbl="revTx" presStyleIdx="2" presStyleCnt="4">
        <dgm:presLayoutVars>
          <dgm:chMax val="1"/>
          <dgm:chPref val="1"/>
        </dgm:presLayoutVars>
      </dgm:prSet>
      <dgm:spPr/>
    </dgm:pt>
    <dgm:pt modelId="{805D8E35-329A-4258-9BD2-670AC0361AC4}" type="pres">
      <dgm:prSet presAssocID="{701589EF-A82A-41C7-9029-3FA0882E067F}" presName="sibTrans" presStyleCnt="0"/>
      <dgm:spPr/>
    </dgm:pt>
    <dgm:pt modelId="{391F7417-3FFE-44B7-BD29-010700B7A96B}" type="pres">
      <dgm:prSet presAssocID="{DDFF366C-3662-4F2C-BE47-F4276D411135}" presName="compNode" presStyleCnt="0"/>
      <dgm:spPr/>
    </dgm:pt>
    <dgm:pt modelId="{ECE102D7-9940-491F-8F06-738D49A8098C}" type="pres">
      <dgm:prSet presAssocID="{DDFF366C-3662-4F2C-BE47-F4276D411135}" presName="iconBgRect" presStyleLbl="bgShp" presStyleIdx="3" presStyleCnt="4"/>
      <dgm:spPr/>
    </dgm:pt>
    <dgm:pt modelId="{49EAF343-5FC4-489E-807E-B23AC0BA859A}" type="pres">
      <dgm:prSet presAssocID="{DDFF366C-3662-4F2C-BE47-F4276D41113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AF0F2CD1-F84D-47AC-A682-BC2EF4E7ED05}" type="pres">
      <dgm:prSet presAssocID="{DDFF366C-3662-4F2C-BE47-F4276D411135}" presName="spaceRect" presStyleCnt="0"/>
      <dgm:spPr/>
    </dgm:pt>
    <dgm:pt modelId="{07DCE809-CAD2-4BF6-9293-59F80AD5A044}" type="pres">
      <dgm:prSet presAssocID="{DDFF366C-3662-4F2C-BE47-F4276D41113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37DD20B-D8B4-46A1-9468-27D2C76E62A4}" type="presOf" srcId="{0F2E124A-33F7-4579-9896-40DA9BA9BB60}" destId="{71F0AEF5-5B07-4B3A-BDB9-848E579E5147}" srcOrd="0" destOrd="0" presId="urn:microsoft.com/office/officeart/2018/5/layout/IconCircleLabelList"/>
    <dgm:cxn modelId="{C943743C-8B75-44B4-BF40-E0AE5F40FCA5}" type="presOf" srcId="{7E2754CC-9626-494E-8B7A-B759A7776F99}" destId="{B5FE01B0-9FFA-4021-8F5B-C71F9675C5F9}" srcOrd="0" destOrd="0" presId="urn:microsoft.com/office/officeart/2018/5/layout/IconCircleLabelList"/>
    <dgm:cxn modelId="{2584D765-F087-49A1-9EB5-7AF779B70503}" type="presOf" srcId="{6DEFD414-9D4E-41BA-909E-DD3338608C0A}" destId="{3BCB7355-5678-4DC8-8305-8A422B97B962}" srcOrd="0" destOrd="0" presId="urn:microsoft.com/office/officeart/2018/5/layout/IconCircleLabelList"/>
    <dgm:cxn modelId="{7E986953-F393-4E60-93CC-7DC668C13AFA}" type="presOf" srcId="{67C1ED9E-1EDC-4018-B8C0-E5993244E719}" destId="{9CFA152C-61C5-4409-98CD-21234C483EF8}" srcOrd="0" destOrd="0" presId="urn:microsoft.com/office/officeart/2018/5/layout/IconCircleLabelList"/>
    <dgm:cxn modelId="{3D6C53B1-1539-4707-BE2D-36E4C921937C}" srcId="{7E2754CC-9626-494E-8B7A-B759A7776F99}" destId="{DDFF366C-3662-4F2C-BE47-F4276D411135}" srcOrd="3" destOrd="0" parTransId="{D35A4379-EB9D-4EF6-88FC-42DE09C3963B}" sibTransId="{28E61794-095D-4227-A66F-FEFF1C65E319}"/>
    <dgm:cxn modelId="{D586DED1-4320-4DCB-9BF9-FD9912B28C1F}" srcId="{7E2754CC-9626-494E-8B7A-B759A7776F99}" destId="{0F2E124A-33F7-4579-9896-40DA9BA9BB60}" srcOrd="0" destOrd="0" parTransId="{FAAB3928-E43B-4AE3-A990-B21E84EF540B}" sibTransId="{4B727AC7-6DC3-46BA-BB23-A72264DA84BD}"/>
    <dgm:cxn modelId="{7F5273D8-DE79-449F-B461-AE03D99018C6}" type="presOf" srcId="{DDFF366C-3662-4F2C-BE47-F4276D411135}" destId="{07DCE809-CAD2-4BF6-9293-59F80AD5A044}" srcOrd="0" destOrd="0" presId="urn:microsoft.com/office/officeart/2018/5/layout/IconCircleLabelList"/>
    <dgm:cxn modelId="{0135D6E1-FF62-4DFF-992A-B7EC3D742513}" srcId="{7E2754CC-9626-494E-8B7A-B759A7776F99}" destId="{67C1ED9E-1EDC-4018-B8C0-E5993244E719}" srcOrd="2" destOrd="0" parTransId="{D08D4F82-C12E-4F7F-B628-9D1307D627E7}" sibTransId="{701589EF-A82A-41C7-9029-3FA0882E067F}"/>
    <dgm:cxn modelId="{52C539E9-6090-42EF-A5FD-8753BF4C5FE7}" srcId="{7E2754CC-9626-494E-8B7A-B759A7776F99}" destId="{6DEFD414-9D4E-41BA-909E-DD3338608C0A}" srcOrd="1" destOrd="0" parTransId="{72DDEBD8-EA93-4C6D-9587-C0766FCE56A5}" sibTransId="{064D9CB6-872F-4675-B5E9-62585B8CA2A8}"/>
    <dgm:cxn modelId="{4C1B7BDA-AF82-4087-95D2-EFC23B8A84C1}" type="presParOf" srcId="{B5FE01B0-9FFA-4021-8F5B-C71F9675C5F9}" destId="{50AC8963-D3DD-4301-8598-5A5A9E4F49CE}" srcOrd="0" destOrd="0" presId="urn:microsoft.com/office/officeart/2018/5/layout/IconCircleLabelList"/>
    <dgm:cxn modelId="{35BD8A04-2E1F-491D-AA7A-1B176F9B0F3A}" type="presParOf" srcId="{50AC8963-D3DD-4301-8598-5A5A9E4F49CE}" destId="{7E0F7219-3EA2-4EAA-B899-DE7A43D402B2}" srcOrd="0" destOrd="0" presId="urn:microsoft.com/office/officeart/2018/5/layout/IconCircleLabelList"/>
    <dgm:cxn modelId="{437CED9C-B6B4-46BB-BE89-BE372FF83E53}" type="presParOf" srcId="{50AC8963-D3DD-4301-8598-5A5A9E4F49CE}" destId="{62B2E3E3-051D-4C07-ABA5-47402C71CBAE}" srcOrd="1" destOrd="0" presId="urn:microsoft.com/office/officeart/2018/5/layout/IconCircleLabelList"/>
    <dgm:cxn modelId="{BACCDA56-5E88-4995-AB59-9B4A59E919A0}" type="presParOf" srcId="{50AC8963-D3DD-4301-8598-5A5A9E4F49CE}" destId="{F3D557BC-70DC-468D-AD9F-602F83225369}" srcOrd="2" destOrd="0" presId="urn:microsoft.com/office/officeart/2018/5/layout/IconCircleLabelList"/>
    <dgm:cxn modelId="{2F965D51-EDC2-463B-AB37-6AA28565836B}" type="presParOf" srcId="{50AC8963-D3DD-4301-8598-5A5A9E4F49CE}" destId="{71F0AEF5-5B07-4B3A-BDB9-848E579E5147}" srcOrd="3" destOrd="0" presId="urn:microsoft.com/office/officeart/2018/5/layout/IconCircleLabelList"/>
    <dgm:cxn modelId="{A643C950-C3C5-44C9-8314-E9D44D98F347}" type="presParOf" srcId="{B5FE01B0-9FFA-4021-8F5B-C71F9675C5F9}" destId="{F42551CA-53B6-47A0-A442-D115CC893CBB}" srcOrd="1" destOrd="0" presId="urn:microsoft.com/office/officeart/2018/5/layout/IconCircleLabelList"/>
    <dgm:cxn modelId="{12671AC7-515D-41AB-97A5-CCA134774005}" type="presParOf" srcId="{B5FE01B0-9FFA-4021-8F5B-C71F9675C5F9}" destId="{9EDA7D47-132C-4FC0-82B6-F718ACC86589}" srcOrd="2" destOrd="0" presId="urn:microsoft.com/office/officeart/2018/5/layout/IconCircleLabelList"/>
    <dgm:cxn modelId="{A7DBE890-6750-433D-88A9-F2D3D03469E8}" type="presParOf" srcId="{9EDA7D47-132C-4FC0-82B6-F718ACC86589}" destId="{E5988249-E0C2-4A66-8545-E9E8E22912A1}" srcOrd="0" destOrd="0" presId="urn:microsoft.com/office/officeart/2018/5/layout/IconCircleLabelList"/>
    <dgm:cxn modelId="{25A1D1E0-A1EE-4CDF-BFBB-AD94A682178D}" type="presParOf" srcId="{9EDA7D47-132C-4FC0-82B6-F718ACC86589}" destId="{2E297A7A-1F78-4488-8A01-7D02242F2EA0}" srcOrd="1" destOrd="0" presId="urn:microsoft.com/office/officeart/2018/5/layout/IconCircleLabelList"/>
    <dgm:cxn modelId="{5A2BD658-CC40-4D14-979C-91505101041E}" type="presParOf" srcId="{9EDA7D47-132C-4FC0-82B6-F718ACC86589}" destId="{C14B1C39-EAAA-42F8-9D7D-254D6CB61917}" srcOrd="2" destOrd="0" presId="urn:microsoft.com/office/officeart/2018/5/layout/IconCircleLabelList"/>
    <dgm:cxn modelId="{3A128754-0F2C-4F87-8BFF-5B7442AF99E3}" type="presParOf" srcId="{9EDA7D47-132C-4FC0-82B6-F718ACC86589}" destId="{3BCB7355-5678-4DC8-8305-8A422B97B962}" srcOrd="3" destOrd="0" presId="urn:microsoft.com/office/officeart/2018/5/layout/IconCircleLabelList"/>
    <dgm:cxn modelId="{A708B58A-2197-437A-97C6-14CF54E9D45E}" type="presParOf" srcId="{B5FE01B0-9FFA-4021-8F5B-C71F9675C5F9}" destId="{042549C6-62C4-4E10-8474-9AC715922B01}" srcOrd="3" destOrd="0" presId="urn:microsoft.com/office/officeart/2018/5/layout/IconCircleLabelList"/>
    <dgm:cxn modelId="{CB6A2C37-1D82-4764-83A7-A2C8422B4F4F}" type="presParOf" srcId="{B5FE01B0-9FFA-4021-8F5B-C71F9675C5F9}" destId="{72232E9E-8F31-43E7-B96C-2F84CC4D5660}" srcOrd="4" destOrd="0" presId="urn:microsoft.com/office/officeart/2018/5/layout/IconCircleLabelList"/>
    <dgm:cxn modelId="{A6BCBABA-3D94-4498-8903-0A88EE730C2E}" type="presParOf" srcId="{72232E9E-8F31-43E7-B96C-2F84CC4D5660}" destId="{5B600047-47FF-45C2-8D94-D932685181E9}" srcOrd="0" destOrd="0" presId="urn:microsoft.com/office/officeart/2018/5/layout/IconCircleLabelList"/>
    <dgm:cxn modelId="{EF820216-D2B3-4F39-B9BD-8B1C84E3EC29}" type="presParOf" srcId="{72232E9E-8F31-43E7-B96C-2F84CC4D5660}" destId="{C032D3EB-A750-483C-B5FB-05F8443731E5}" srcOrd="1" destOrd="0" presId="urn:microsoft.com/office/officeart/2018/5/layout/IconCircleLabelList"/>
    <dgm:cxn modelId="{C4A6E03F-F35E-4090-B072-B5E6A2E04581}" type="presParOf" srcId="{72232E9E-8F31-43E7-B96C-2F84CC4D5660}" destId="{93304C67-E441-4157-A06D-B819CDA12D26}" srcOrd="2" destOrd="0" presId="urn:microsoft.com/office/officeart/2018/5/layout/IconCircleLabelList"/>
    <dgm:cxn modelId="{9D517D7A-A4CB-4AF2-AA12-76D11C01274D}" type="presParOf" srcId="{72232E9E-8F31-43E7-B96C-2F84CC4D5660}" destId="{9CFA152C-61C5-4409-98CD-21234C483EF8}" srcOrd="3" destOrd="0" presId="urn:microsoft.com/office/officeart/2018/5/layout/IconCircleLabelList"/>
    <dgm:cxn modelId="{B70C5C63-2897-4F29-A78D-61792A927CDB}" type="presParOf" srcId="{B5FE01B0-9FFA-4021-8F5B-C71F9675C5F9}" destId="{805D8E35-329A-4258-9BD2-670AC0361AC4}" srcOrd="5" destOrd="0" presId="urn:microsoft.com/office/officeart/2018/5/layout/IconCircleLabelList"/>
    <dgm:cxn modelId="{72F188A5-9DCE-4DF7-BC57-B8CA339FA7CC}" type="presParOf" srcId="{B5FE01B0-9FFA-4021-8F5B-C71F9675C5F9}" destId="{391F7417-3FFE-44B7-BD29-010700B7A96B}" srcOrd="6" destOrd="0" presId="urn:microsoft.com/office/officeart/2018/5/layout/IconCircleLabelList"/>
    <dgm:cxn modelId="{A008DCD0-BE35-4996-A3F1-1DE407A04304}" type="presParOf" srcId="{391F7417-3FFE-44B7-BD29-010700B7A96B}" destId="{ECE102D7-9940-491F-8F06-738D49A8098C}" srcOrd="0" destOrd="0" presId="urn:microsoft.com/office/officeart/2018/5/layout/IconCircleLabelList"/>
    <dgm:cxn modelId="{F7F2CFEC-8151-429A-BBEF-FA0D49880227}" type="presParOf" srcId="{391F7417-3FFE-44B7-BD29-010700B7A96B}" destId="{49EAF343-5FC4-489E-807E-B23AC0BA859A}" srcOrd="1" destOrd="0" presId="urn:microsoft.com/office/officeart/2018/5/layout/IconCircleLabelList"/>
    <dgm:cxn modelId="{844F7122-D9BA-4561-A11D-15A6A6555DE0}" type="presParOf" srcId="{391F7417-3FFE-44B7-BD29-010700B7A96B}" destId="{AF0F2CD1-F84D-47AC-A682-BC2EF4E7ED05}" srcOrd="2" destOrd="0" presId="urn:microsoft.com/office/officeart/2018/5/layout/IconCircleLabelList"/>
    <dgm:cxn modelId="{18B47D78-D7E5-48D9-8CE8-59B81873E5EF}" type="presParOf" srcId="{391F7417-3FFE-44B7-BD29-010700B7A96B}" destId="{07DCE809-CAD2-4BF6-9293-59F80AD5A04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F7219-3EA2-4EAA-B899-DE7A43D402B2}">
      <dsp:nvSpPr>
        <dsp:cNvPr id="0" name=""/>
        <dsp:cNvSpPr/>
      </dsp:nvSpPr>
      <dsp:spPr>
        <a:xfrm>
          <a:off x="1470973" y="41763"/>
          <a:ext cx="1673626" cy="1673626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B2E3E3-051D-4C07-ABA5-47402C71CBAE}">
      <dsp:nvSpPr>
        <dsp:cNvPr id="0" name=""/>
        <dsp:cNvSpPr/>
      </dsp:nvSpPr>
      <dsp:spPr>
        <a:xfrm>
          <a:off x="1827648" y="398437"/>
          <a:ext cx="960277" cy="9602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F0AEF5-5B07-4B3A-BDB9-848E579E5147}">
      <dsp:nvSpPr>
        <dsp:cNvPr id="0" name=""/>
        <dsp:cNvSpPr/>
      </dsp:nvSpPr>
      <dsp:spPr>
        <a:xfrm>
          <a:off x="935961" y="2236683"/>
          <a:ext cx="27436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1" kern="1200" dirty="0">
              <a:latin typeface="Verdana Pro Cond SemiBold"/>
            </a:rPr>
            <a:t> </a:t>
          </a:r>
          <a:r>
            <a:rPr lang="en-GB" sz="1700" b="1" kern="1200" dirty="0" err="1">
              <a:latin typeface="Verdana Pro Cond SemiBold"/>
            </a:rPr>
            <a:t>Segmentable</a:t>
          </a:r>
          <a:endParaRPr lang="en-GB" sz="1700" b="1" kern="1200" dirty="0"/>
        </a:p>
      </dsp:txBody>
      <dsp:txXfrm>
        <a:off x="935961" y="2236683"/>
        <a:ext cx="2743650" cy="720000"/>
      </dsp:txXfrm>
    </dsp:sp>
    <dsp:sp modelId="{E5988249-E0C2-4A66-8545-E9E8E22912A1}">
      <dsp:nvSpPr>
        <dsp:cNvPr id="0" name=""/>
        <dsp:cNvSpPr/>
      </dsp:nvSpPr>
      <dsp:spPr>
        <a:xfrm>
          <a:off x="4694762" y="41763"/>
          <a:ext cx="1673626" cy="1673626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297A7A-1F78-4488-8A01-7D02242F2EA0}">
      <dsp:nvSpPr>
        <dsp:cNvPr id="0" name=""/>
        <dsp:cNvSpPr/>
      </dsp:nvSpPr>
      <dsp:spPr>
        <a:xfrm>
          <a:off x="5051437" y="398437"/>
          <a:ext cx="960277" cy="9602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B7355-5678-4DC8-8305-8A422B97B962}">
      <dsp:nvSpPr>
        <dsp:cNvPr id="0" name=""/>
        <dsp:cNvSpPr/>
      </dsp:nvSpPr>
      <dsp:spPr>
        <a:xfrm>
          <a:off x="4159750" y="2236683"/>
          <a:ext cx="27436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1" kern="1200"/>
            <a:t>surgical and effective</a:t>
          </a:r>
          <a:endParaRPr lang="en-US" sz="1700" b="1" kern="1200"/>
        </a:p>
      </dsp:txBody>
      <dsp:txXfrm>
        <a:off x="4159750" y="2236683"/>
        <a:ext cx="2743650" cy="720000"/>
      </dsp:txXfrm>
    </dsp:sp>
    <dsp:sp modelId="{5B600047-47FF-45C2-8D94-D932685181E9}">
      <dsp:nvSpPr>
        <dsp:cNvPr id="0" name=""/>
        <dsp:cNvSpPr/>
      </dsp:nvSpPr>
      <dsp:spPr>
        <a:xfrm>
          <a:off x="1470973" y="3642596"/>
          <a:ext cx="1673626" cy="1673626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32D3EB-A750-483C-B5FB-05F8443731E5}">
      <dsp:nvSpPr>
        <dsp:cNvPr id="0" name=""/>
        <dsp:cNvSpPr/>
      </dsp:nvSpPr>
      <dsp:spPr>
        <a:xfrm>
          <a:off x="1827648" y="3999270"/>
          <a:ext cx="960277" cy="9602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FA152C-61C5-4409-98CD-21234C483EF8}">
      <dsp:nvSpPr>
        <dsp:cNvPr id="0" name=""/>
        <dsp:cNvSpPr/>
      </dsp:nvSpPr>
      <dsp:spPr>
        <a:xfrm>
          <a:off x="935961" y="5837516"/>
          <a:ext cx="27436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1" kern="1200"/>
            <a:t>saves time and money</a:t>
          </a:r>
          <a:endParaRPr lang="en-US" sz="1700" b="1" kern="1200"/>
        </a:p>
      </dsp:txBody>
      <dsp:txXfrm>
        <a:off x="935961" y="5837516"/>
        <a:ext cx="2743650" cy="720000"/>
      </dsp:txXfrm>
    </dsp:sp>
    <dsp:sp modelId="{ECE102D7-9940-491F-8F06-738D49A8098C}">
      <dsp:nvSpPr>
        <dsp:cNvPr id="0" name=""/>
        <dsp:cNvSpPr/>
      </dsp:nvSpPr>
      <dsp:spPr>
        <a:xfrm>
          <a:off x="4694762" y="3642596"/>
          <a:ext cx="1673626" cy="1673626"/>
        </a:xfrm>
        <a:prstGeom prst="ellipse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EAF343-5FC4-489E-807E-B23AC0BA859A}">
      <dsp:nvSpPr>
        <dsp:cNvPr id="0" name=""/>
        <dsp:cNvSpPr/>
      </dsp:nvSpPr>
      <dsp:spPr>
        <a:xfrm>
          <a:off x="5051437" y="3999270"/>
          <a:ext cx="960277" cy="96027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CE809-CAD2-4BF6-9293-59F80AD5A044}">
      <dsp:nvSpPr>
        <dsp:cNvPr id="0" name=""/>
        <dsp:cNvSpPr/>
      </dsp:nvSpPr>
      <dsp:spPr>
        <a:xfrm>
          <a:off x="4159750" y="5837516"/>
          <a:ext cx="27436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b="1" kern="1200"/>
            <a:t>makes development more reliable</a:t>
          </a:r>
          <a:endParaRPr lang="en-US" sz="1700" b="1" kern="1200"/>
        </a:p>
      </dsp:txBody>
      <dsp:txXfrm>
        <a:off x="4159750" y="5837516"/>
        <a:ext cx="27436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262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47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333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0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07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46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36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22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11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93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426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4/2/2026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36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5651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00" r:id="rId5"/>
    <p:sldLayoutId id="2147483701" r:id="rId6"/>
    <p:sldLayoutId id="2147483706" r:id="rId7"/>
    <p:sldLayoutId id="2147483702" r:id="rId8"/>
    <p:sldLayoutId id="2147483703" r:id="rId9"/>
    <p:sldLayoutId id="2147483704" r:id="rId10"/>
    <p:sldLayoutId id="214748370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574082-0AAD-18A2-1A8C-62239798E6E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rcRect t="26411" r="-2" b="2179"/>
          <a:stretch>
            <a:fillRect/>
          </a:stretch>
        </p:blipFill>
        <p:spPr>
          <a:xfrm>
            <a:off x="20" y="10"/>
            <a:ext cx="12191980" cy="6095990"/>
          </a:xfrm>
          <a:custGeom>
            <a:avLst/>
            <a:gdLst/>
            <a:ahLst/>
            <a:cxnLst/>
            <a:rect l="l" t="t" r="r" b="b"/>
            <a:pathLst>
              <a:path w="12192000" h="6096000">
                <a:moveTo>
                  <a:pt x="7230262" y="5906862"/>
                </a:moveTo>
                <a:lnTo>
                  <a:pt x="7197115" y="5913338"/>
                </a:lnTo>
                <a:lnTo>
                  <a:pt x="7214545" y="5911744"/>
                </a:lnTo>
                <a:cubicBezTo>
                  <a:pt x="7220308" y="5910958"/>
                  <a:pt x="7225785" y="5909624"/>
                  <a:pt x="7230262" y="5906862"/>
                </a:cubicBezTo>
                <a:close/>
                <a:moveTo>
                  <a:pt x="7009120" y="5850263"/>
                </a:moveTo>
                <a:lnTo>
                  <a:pt x="7021563" y="5861355"/>
                </a:lnTo>
                <a:lnTo>
                  <a:pt x="7021563" y="5861354"/>
                </a:lnTo>
                <a:close/>
                <a:moveTo>
                  <a:pt x="7768443" y="5742074"/>
                </a:moveTo>
                <a:lnTo>
                  <a:pt x="7768443" y="5742075"/>
                </a:lnTo>
                <a:lnTo>
                  <a:pt x="7792447" y="5764553"/>
                </a:lnTo>
                <a:cubicBezTo>
                  <a:pt x="7785969" y="5758457"/>
                  <a:pt x="7779301" y="5752361"/>
                  <a:pt x="7768443" y="5742074"/>
                </a:cubicBezTo>
                <a:close/>
                <a:moveTo>
                  <a:pt x="4038748" y="5739955"/>
                </a:moveTo>
                <a:lnTo>
                  <a:pt x="4030517" y="5751599"/>
                </a:lnTo>
                <a:cubicBezTo>
                  <a:pt x="4026230" y="5759505"/>
                  <a:pt x="4021242" y="5765745"/>
                  <a:pt x="4015609" y="5770450"/>
                </a:cubicBezTo>
                <a:lnTo>
                  <a:pt x="3996845" y="5780104"/>
                </a:lnTo>
                <a:cubicBezTo>
                  <a:pt x="4010562" y="5776555"/>
                  <a:pt x="4021944" y="5767411"/>
                  <a:pt x="4030518" y="5751599"/>
                </a:cubicBezTo>
                <a:close/>
                <a:moveTo>
                  <a:pt x="6245343" y="5736549"/>
                </a:moveTo>
                <a:lnTo>
                  <a:pt x="6274406" y="5743345"/>
                </a:lnTo>
                <a:lnTo>
                  <a:pt x="6291247" y="5749662"/>
                </a:lnTo>
                <a:lnTo>
                  <a:pt x="6291385" y="5749714"/>
                </a:lnTo>
                <a:lnTo>
                  <a:pt x="6306284" y="5755552"/>
                </a:lnTo>
                <a:lnTo>
                  <a:pt x="6308075" y="5755968"/>
                </a:lnTo>
                <a:lnTo>
                  <a:pt x="6313855" y="5758133"/>
                </a:lnTo>
                <a:cubicBezTo>
                  <a:pt x="6321454" y="5760521"/>
                  <a:pt x="6329151" y="5762258"/>
                  <a:pt x="6337048" y="5762696"/>
                </a:cubicBezTo>
                <a:lnTo>
                  <a:pt x="6308075" y="5755968"/>
                </a:lnTo>
                <a:lnTo>
                  <a:pt x="6291385" y="5749714"/>
                </a:lnTo>
                <a:lnTo>
                  <a:pt x="6276197" y="5743764"/>
                </a:lnTo>
                <a:lnTo>
                  <a:pt x="6274406" y="5743345"/>
                </a:lnTo>
                <a:lnTo>
                  <a:pt x="6268613" y="5741171"/>
                </a:lnTo>
                <a:cubicBezTo>
                  <a:pt x="6260996" y="5738770"/>
                  <a:pt x="6253273" y="5737013"/>
                  <a:pt x="6245343" y="5736549"/>
                </a:cubicBezTo>
                <a:close/>
                <a:moveTo>
                  <a:pt x="6558837" y="5706717"/>
                </a:moveTo>
                <a:cubicBezTo>
                  <a:pt x="6548970" y="5706068"/>
                  <a:pt x="6539355" y="5706473"/>
                  <a:pt x="6529984" y="5708163"/>
                </a:cubicBezTo>
                <a:lnTo>
                  <a:pt x="6589207" y="5711593"/>
                </a:lnTo>
                <a:cubicBezTo>
                  <a:pt x="6578825" y="5709068"/>
                  <a:pt x="6568705" y="5707366"/>
                  <a:pt x="6558837" y="5706717"/>
                </a:cubicBezTo>
                <a:close/>
                <a:moveTo>
                  <a:pt x="4834454" y="5646059"/>
                </a:moveTo>
                <a:cubicBezTo>
                  <a:pt x="4849504" y="5662538"/>
                  <a:pt x="4866316" y="5668776"/>
                  <a:pt x="4883986" y="5670301"/>
                </a:cubicBezTo>
                <a:lnTo>
                  <a:pt x="4858238" y="5663787"/>
                </a:lnTo>
                <a:cubicBezTo>
                  <a:pt x="4849945" y="5659978"/>
                  <a:pt x="4841980" y="5654298"/>
                  <a:pt x="4834454" y="5646059"/>
                </a:cubicBezTo>
                <a:close/>
                <a:moveTo>
                  <a:pt x="5056443" y="5643725"/>
                </a:moveTo>
                <a:lnTo>
                  <a:pt x="5072588" y="5644505"/>
                </a:lnTo>
                <a:cubicBezTo>
                  <a:pt x="5078053" y="5645963"/>
                  <a:pt x="5083590" y="5648726"/>
                  <a:pt x="5089162" y="5653107"/>
                </a:cubicBezTo>
                <a:cubicBezTo>
                  <a:pt x="5078019" y="5644344"/>
                  <a:pt x="5067015" y="5642058"/>
                  <a:pt x="5056443" y="5643725"/>
                </a:cubicBezTo>
                <a:close/>
                <a:moveTo>
                  <a:pt x="739852" y="5343843"/>
                </a:moveTo>
                <a:cubicBezTo>
                  <a:pt x="733899" y="5350392"/>
                  <a:pt x="728660" y="5358013"/>
                  <a:pt x="724278" y="5365062"/>
                </a:cubicBezTo>
                <a:cubicBezTo>
                  <a:pt x="719849" y="5372206"/>
                  <a:pt x="714527" y="5377552"/>
                  <a:pt x="708621" y="5381222"/>
                </a:cubicBezTo>
                <a:lnTo>
                  <a:pt x="691439" y="5386697"/>
                </a:lnTo>
                <a:lnTo>
                  <a:pt x="708622" y="5381222"/>
                </a:lnTo>
                <a:cubicBezTo>
                  <a:pt x="714527" y="5377552"/>
                  <a:pt x="719849" y="5372206"/>
                  <a:pt x="724279" y="5365062"/>
                </a:cubicBezTo>
                <a:cubicBezTo>
                  <a:pt x="728660" y="5358013"/>
                  <a:pt x="733899" y="5350392"/>
                  <a:pt x="739852" y="5343843"/>
                </a:cubicBezTo>
                <a:close/>
                <a:moveTo>
                  <a:pt x="8934151" y="5275333"/>
                </a:moveTo>
                <a:cubicBezTo>
                  <a:pt x="8940248" y="5280573"/>
                  <a:pt x="8947058" y="5285906"/>
                  <a:pt x="8954249" y="5290264"/>
                </a:cubicBezTo>
                <a:lnTo>
                  <a:pt x="8962389" y="5293563"/>
                </a:lnTo>
                <a:lnTo>
                  <a:pt x="8954250" y="5290264"/>
                </a:lnTo>
                <a:cubicBezTo>
                  <a:pt x="8947058" y="5285906"/>
                  <a:pt x="8940248" y="5280573"/>
                  <a:pt x="8934151" y="5275333"/>
                </a:cubicBezTo>
                <a:close/>
                <a:moveTo>
                  <a:pt x="2314816" y="5273737"/>
                </a:moveTo>
                <a:cubicBezTo>
                  <a:pt x="2309720" y="5274714"/>
                  <a:pt x="2304339" y="5276762"/>
                  <a:pt x="2300909" y="5279143"/>
                </a:cubicBezTo>
                <a:cubicBezTo>
                  <a:pt x="2267856" y="5302385"/>
                  <a:pt x="2242281" y="5314291"/>
                  <a:pt x="2216515" y="5314887"/>
                </a:cubicBezTo>
                <a:cubicBezTo>
                  <a:pt x="2242281" y="5314291"/>
                  <a:pt x="2267856" y="5302385"/>
                  <a:pt x="2300910" y="5279143"/>
                </a:cubicBezTo>
                <a:close/>
                <a:moveTo>
                  <a:pt x="1916629" y="5252000"/>
                </a:moveTo>
                <a:lnTo>
                  <a:pt x="1907132" y="5255330"/>
                </a:lnTo>
                <a:lnTo>
                  <a:pt x="1866619" y="5265015"/>
                </a:lnTo>
                <a:lnTo>
                  <a:pt x="1907133" y="5255330"/>
                </a:lnTo>
                <a:close/>
                <a:moveTo>
                  <a:pt x="2058204" y="5241232"/>
                </a:moveTo>
                <a:cubicBezTo>
                  <a:pt x="2076636" y="5242946"/>
                  <a:pt x="2095174" y="5243803"/>
                  <a:pt x="2108194" y="5255939"/>
                </a:cubicBezTo>
                <a:cubicBezTo>
                  <a:pt x="2095175" y="5243803"/>
                  <a:pt x="2076636" y="5242946"/>
                  <a:pt x="2058204" y="5241232"/>
                </a:cubicBezTo>
                <a:close/>
                <a:moveTo>
                  <a:pt x="0" y="0"/>
                </a:moveTo>
                <a:lnTo>
                  <a:pt x="12191456" y="0"/>
                </a:lnTo>
                <a:lnTo>
                  <a:pt x="12191456" y="873938"/>
                </a:lnTo>
                <a:lnTo>
                  <a:pt x="12192000" y="873938"/>
                </a:lnTo>
                <a:lnTo>
                  <a:pt x="12192000" y="3249107"/>
                </a:lnTo>
                <a:cubicBezTo>
                  <a:pt x="12192000" y="3264730"/>
                  <a:pt x="12192000" y="3274255"/>
                  <a:pt x="12192000" y="3283970"/>
                </a:cubicBezTo>
                <a:lnTo>
                  <a:pt x="12192000" y="3681702"/>
                </a:lnTo>
                <a:lnTo>
                  <a:pt x="12160947" y="3710323"/>
                </a:lnTo>
                <a:cubicBezTo>
                  <a:pt x="12118083" y="3731849"/>
                  <a:pt x="12072360" y="3751282"/>
                  <a:pt x="12026448" y="3770523"/>
                </a:cubicBezTo>
                <a:cubicBezTo>
                  <a:pt x="12013114" y="3776049"/>
                  <a:pt x="11998443" y="3779097"/>
                  <a:pt x="11986443" y="3786526"/>
                </a:cubicBezTo>
                <a:cubicBezTo>
                  <a:pt x="11931195" y="3820436"/>
                  <a:pt x="11877664" y="3857014"/>
                  <a:pt x="11821656" y="3889591"/>
                </a:cubicBezTo>
                <a:cubicBezTo>
                  <a:pt x="11763931" y="3923310"/>
                  <a:pt x="11712304" y="3963126"/>
                  <a:pt x="11672489" y="4017039"/>
                </a:cubicBezTo>
                <a:cubicBezTo>
                  <a:pt x="11635529" y="4067143"/>
                  <a:pt x="11599714" y="4118007"/>
                  <a:pt x="11562947" y="4168300"/>
                </a:cubicBezTo>
                <a:cubicBezTo>
                  <a:pt x="11553613" y="4181065"/>
                  <a:pt x="11545039" y="4196115"/>
                  <a:pt x="11532275" y="4204307"/>
                </a:cubicBezTo>
                <a:cubicBezTo>
                  <a:pt x="11505795" y="4221452"/>
                  <a:pt x="11476838" y="4235359"/>
                  <a:pt x="11448453" y="4249457"/>
                </a:cubicBezTo>
                <a:cubicBezTo>
                  <a:pt x="11424069" y="4261459"/>
                  <a:pt x="11398160" y="4270411"/>
                  <a:pt x="11374346" y="4283366"/>
                </a:cubicBezTo>
                <a:cubicBezTo>
                  <a:pt x="11355296" y="4293655"/>
                  <a:pt x="11338339" y="4307943"/>
                  <a:pt x="11320623" y="4320897"/>
                </a:cubicBezTo>
                <a:cubicBezTo>
                  <a:pt x="11305192" y="4332136"/>
                  <a:pt x="11288238" y="4341852"/>
                  <a:pt x="11275283" y="4355378"/>
                </a:cubicBezTo>
                <a:cubicBezTo>
                  <a:pt x="11243658" y="4388145"/>
                  <a:pt x="11211843" y="4420340"/>
                  <a:pt x="11172600" y="4444536"/>
                </a:cubicBezTo>
                <a:cubicBezTo>
                  <a:pt x="11133927" y="4468538"/>
                  <a:pt x="11097350" y="4495401"/>
                  <a:pt x="11058869" y="4519786"/>
                </a:cubicBezTo>
                <a:cubicBezTo>
                  <a:pt x="11021146" y="4543599"/>
                  <a:pt x="10987046" y="4569697"/>
                  <a:pt x="10967423" y="4611991"/>
                </a:cubicBezTo>
                <a:cubicBezTo>
                  <a:pt x="10958661" y="4630659"/>
                  <a:pt x="10946279" y="4651044"/>
                  <a:pt x="10929704" y="4661903"/>
                </a:cubicBezTo>
                <a:cubicBezTo>
                  <a:pt x="10906081" y="4677334"/>
                  <a:pt x="10876171" y="4682859"/>
                  <a:pt x="10850453" y="4696003"/>
                </a:cubicBezTo>
                <a:cubicBezTo>
                  <a:pt x="10820162" y="4711434"/>
                  <a:pt x="10785111" y="4724770"/>
                  <a:pt x="10764534" y="4749345"/>
                </a:cubicBezTo>
                <a:cubicBezTo>
                  <a:pt x="10746246" y="4771255"/>
                  <a:pt x="10727767" y="4788399"/>
                  <a:pt x="10703573" y="4802305"/>
                </a:cubicBezTo>
                <a:cubicBezTo>
                  <a:pt x="10686617" y="4812022"/>
                  <a:pt x="10674046" y="4829738"/>
                  <a:pt x="10656519" y="4837740"/>
                </a:cubicBezTo>
                <a:cubicBezTo>
                  <a:pt x="10633467" y="4848409"/>
                  <a:pt x="10610225" y="4856791"/>
                  <a:pt x="10590031" y="4873366"/>
                </a:cubicBezTo>
                <a:cubicBezTo>
                  <a:pt x="10569075" y="4890510"/>
                  <a:pt x="10545263" y="4904036"/>
                  <a:pt x="10523354" y="4920039"/>
                </a:cubicBezTo>
                <a:cubicBezTo>
                  <a:pt x="10511734" y="4928611"/>
                  <a:pt x="10502208" y="4939851"/>
                  <a:pt x="10490969" y="4948806"/>
                </a:cubicBezTo>
                <a:cubicBezTo>
                  <a:pt x="10470394" y="4965188"/>
                  <a:pt x="10449438" y="4981191"/>
                  <a:pt x="10428291" y="4996622"/>
                </a:cubicBezTo>
                <a:cubicBezTo>
                  <a:pt x="10407146" y="5012055"/>
                  <a:pt x="10386952" y="5029961"/>
                  <a:pt x="10363709" y="5041201"/>
                </a:cubicBezTo>
                <a:cubicBezTo>
                  <a:pt x="10324086" y="5060251"/>
                  <a:pt x="10280840" y="5071682"/>
                  <a:pt x="10242357" y="5092257"/>
                </a:cubicBezTo>
                <a:cubicBezTo>
                  <a:pt x="10203304" y="5113211"/>
                  <a:pt x="10166536" y="5139503"/>
                  <a:pt x="10131863" y="5167315"/>
                </a:cubicBezTo>
                <a:cubicBezTo>
                  <a:pt x="10104430" y="5189224"/>
                  <a:pt x="10078713" y="5210943"/>
                  <a:pt x="10044230" y="5222182"/>
                </a:cubicBezTo>
                <a:cubicBezTo>
                  <a:pt x="10024990" y="5228470"/>
                  <a:pt x="10004797" y="5242186"/>
                  <a:pt x="9993175" y="5258189"/>
                </a:cubicBezTo>
                <a:cubicBezTo>
                  <a:pt x="9968027" y="5293049"/>
                  <a:pt x="9935832" y="5317626"/>
                  <a:pt x="9899446" y="5338582"/>
                </a:cubicBezTo>
                <a:cubicBezTo>
                  <a:pt x="9850865" y="5366776"/>
                  <a:pt x="9802858" y="5395543"/>
                  <a:pt x="9754088" y="5423166"/>
                </a:cubicBezTo>
                <a:cubicBezTo>
                  <a:pt x="9725323" y="5439551"/>
                  <a:pt x="9696749" y="5456885"/>
                  <a:pt x="9666265" y="5468888"/>
                </a:cubicBezTo>
                <a:cubicBezTo>
                  <a:pt x="9603971" y="5493655"/>
                  <a:pt x="9540152" y="5514799"/>
                  <a:pt x="9477283" y="5537851"/>
                </a:cubicBezTo>
                <a:cubicBezTo>
                  <a:pt x="9456709" y="5545280"/>
                  <a:pt x="9437278" y="5555949"/>
                  <a:pt x="9416321" y="5562426"/>
                </a:cubicBezTo>
                <a:cubicBezTo>
                  <a:pt x="9393650" y="5569475"/>
                  <a:pt x="9369267" y="5571571"/>
                  <a:pt x="9346597" y="5578619"/>
                </a:cubicBezTo>
                <a:cubicBezTo>
                  <a:pt x="9308875" y="5590240"/>
                  <a:pt x="9272298" y="5605101"/>
                  <a:pt x="9234579" y="5616911"/>
                </a:cubicBezTo>
                <a:cubicBezTo>
                  <a:pt x="9161805" y="5639582"/>
                  <a:pt x="9088840" y="5661299"/>
                  <a:pt x="9015878" y="5682826"/>
                </a:cubicBezTo>
                <a:cubicBezTo>
                  <a:pt x="9000257" y="5687399"/>
                  <a:pt x="8983301" y="5687970"/>
                  <a:pt x="8967871" y="5692923"/>
                </a:cubicBezTo>
                <a:cubicBezTo>
                  <a:pt x="8926911" y="5706259"/>
                  <a:pt x="8886142" y="5720736"/>
                  <a:pt x="8845565" y="5735407"/>
                </a:cubicBezTo>
                <a:cubicBezTo>
                  <a:pt x="8820990" y="5744361"/>
                  <a:pt x="8796985" y="5755409"/>
                  <a:pt x="8772219" y="5763982"/>
                </a:cubicBezTo>
                <a:cubicBezTo>
                  <a:pt x="8752407" y="5770840"/>
                  <a:pt x="8732023" y="5776174"/>
                  <a:pt x="8711448" y="5780366"/>
                </a:cubicBezTo>
                <a:cubicBezTo>
                  <a:pt x="8693731" y="5783986"/>
                  <a:pt x="8675253" y="5783603"/>
                  <a:pt x="8657726" y="5787986"/>
                </a:cubicBezTo>
                <a:cubicBezTo>
                  <a:pt x="8610288" y="5799797"/>
                  <a:pt x="8563425" y="5813133"/>
                  <a:pt x="8516369" y="5825705"/>
                </a:cubicBezTo>
                <a:cubicBezTo>
                  <a:pt x="8497511" y="5830659"/>
                  <a:pt x="8478269" y="5834280"/>
                  <a:pt x="8459979" y="5840566"/>
                </a:cubicBezTo>
                <a:cubicBezTo>
                  <a:pt x="8411019" y="5857141"/>
                  <a:pt x="8362822" y="5875999"/>
                  <a:pt x="8313671" y="5891622"/>
                </a:cubicBezTo>
                <a:cubicBezTo>
                  <a:pt x="8272903" y="5904576"/>
                  <a:pt x="8230992" y="5913910"/>
                  <a:pt x="8189651" y="5925341"/>
                </a:cubicBezTo>
                <a:cubicBezTo>
                  <a:pt x="8172124" y="5930295"/>
                  <a:pt x="8155359" y="5937343"/>
                  <a:pt x="8137835" y="5941534"/>
                </a:cubicBezTo>
                <a:cubicBezTo>
                  <a:pt x="8098590" y="5951059"/>
                  <a:pt x="8058774" y="5959059"/>
                  <a:pt x="8019339" y="5968586"/>
                </a:cubicBezTo>
                <a:cubicBezTo>
                  <a:pt x="7996859" y="5974110"/>
                  <a:pt x="7975142" y="5984017"/>
                  <a:pt x="7952280" y="5987637"/>
                </a:cubicBezTo>
                <a:cubicBezTo>
                  <a:pt x="7897987" y="5996209"/>
                  <a:pt x="7843311" y="6002305"/>
                  <a:pt x="7788636" y="6009163"/>
                </a:cubicBezTo>
                <a:cubicBezTo>
                  <a:pt x="7732247" y="6016211"/>
                  <a:pt x="7676047" y="6023642"/>
                  <a:pt x="7619655" y="6029928"/>
                </a:cubicBezTo>
                <a:cubicBezTo>
                  <a:pt x="7588795" y="6033168"/>
                  <a:pt x="7557742" y="6033738"/>
                  <a:pt x="7526880" y="6036786"/>
                </a:cubicBezTo>
                <a:cubicBezTo>
                  <a:pt x="7499828" y="6039455"/>
                  <a:pt x="7472967" y="6044407"/>
                  <a:pt x="7445916" y="6047647"/>
                </a:cubicBezTo>
                <a:cubicBezTo>
                  <a:pt x="7422483" y="6050313"/>
                  <a:pt x="7398860" y="6051837"/>
                  <a:pt x="7375428" y="6054505"/>
                </a:cubicBezTo>
                <a:cubicBezTo>
                  <a:pt x="7337899" y="6058885"/>
                  <a:pt x="7300559" y="6063839"/>
                  <a:pt x="7263220" y="6068411"/>
                </a:cubicBezTo>
                <a:cubicBezTo>
                  <a:pt x="7247599" y="6070126"/>
                  <a:pt x="7231214" y="6074888"/>
                  <a:pt x="7216547" y="6072032"/>
                </a:cubicBezTo>
                <a:cubicBezTo>
                  <a:pt x="7179587" y="6064791"/>
                  <a:pt x="7143199" y="6066887"/>
                  <a:pt x="7106432" y="6071840"/>
                </a:cubicBezTo>
                <a:cubicBezTo>
                  <a:pt x="7093860" y="6073555"/>
                  <a:pt x="7080334" y="6073174"/>
                  <a:pt x="7068141" y="6069936"/>
                </a:cubicBezTo>
                <a:cubicBezTo>
                  <a:pt x="7043184" y="6063457"/>
                  <a:pt x="7018991" y="6054313"/>
                  <a:pt x="6994415" y="6046313"/>
                </a:cubicBezTo>
                <a:cubicBezTo>
                  <a:pt x="6991747" y="6045361"/>
                  <a:pt x="6988509" y="6045169"/>
                  <a:pt x="6985653" y="6044599"/>
                </a:cubicBezTo>
                <a:cubicBezTo>
                  <a:pt x="6969457" y="6041359"/>
                  <a:pt x="6953457" y="6038120"/>
                  <a:pt x="6937263" y="6035263"/>
                </a:cubicBezTo>
                <a:cubicBezTo>
                  <a:pt x="6928501" y="6033738"/>
                  <a:pt x="6919547" y="6033549"/>
                  <a:pt x="6910782" y="6032214"/>
                </a:cubicBezTo>
                <a:cubicBezTo>
                  <a:pt x="6876872" y="6026880"/>
                  <a:pt x="6839534" y="6035834"/>
                  <a:pt x="6810195" y="6012784"/>
                </a:cubicBezTo>
                <a:cubicBezTo>
                  <a:pt x="6791144" y="5997923"/>
                  <a:pt x="6772665" y="6001353"/>
                  <a:pt x="6752283" y="6003639"/>
                </a:cubicBezTo>
                <a:cubicBezTo>
                  <a:pt x="6736851" y="6005353"/>
                  <a:pt x="6721038" y="6004782"/>
                  <a:pt x="6705417" y="6004974"/>
                </a:cubicBezTo>
                <a:cubicBezTo>
                  <a:pt x="6677984" y="6005543"/>
                  <a:pt x="6650551" y="6005735"/>
                  <a:pt x="6623118" y="6006687"/>
                </a:cubicBezTo>
                <a:cubicBezTo>
                  <a:pt x="6614353" y="6007067"/>
                  <a:pt x="6605401" y="6011832"/>
                  <a:pt x="6596828" y="6011070"/>
                </a:cubicBezTo>
                <a:cubicBezTo>
                  <a:pt x="6557201" y="6007449"/>
                  <a:pt x="6517576" y="6001734"/>
                  <a:pt x="6477951" y="5998495"/>
                </a:cubicBezTo>
                <a:cubicBezTo>
                  <a:pt x="6455472" y="5996591"/>
                  <a:pt x="6432420" y="6000209"/>
                  <a:pt x="6410131" y="5997543"/>
                </a:cubicBezTo>
                <a:cubicBezTo>
                  <a:pt x="6384414" y="5994495"/>
                  <a:pt x="6359268" y="5986685"/>
                  <a:pt x="6333739" y="5981920"/>
                </a:cubicBezTo>
                <a:cubicBezTo>
                  <a:pt x="6326691" y="5980589"/>
                  <a:pt x="6318880" y="5982303"/>
                  <a:pt x="6311449" y="5982682"/>
                </a:cubicBezTo>
                <a:cubicBezTo>
                  <a:pt x="6303068" y="5983064"/>
                  <a:pt x="6294876" y="5983826"/>
                  <a:pt x="6286493" y="5984017"/>
                </a:cubicBezTo>
                <a:cubicBezTo>
                  <a:pt x="6260964" y="5984399"/>
                  <a:pt x="6235437" y="5983826"/>
                  <a:pt x="6209909" y="5985161"/>
                </a:cubicBezTo>
                <a:cubicBezTo>
                  <a:pt x="6194288" y="5985922"/>
                  <a:pt x="6177905" y="5993733"/>
                  <a:pt x="6163425" y="5990874"/>
                </a:cubicBezTo>
                <a:cubicBezTo>
                  <a:pt x="6133897" y="5985351"/>
                  <a:pt x="6104368" y="5997733"/>
                  <a:pt x="6074842" y="5987447"/>
                </a:cubicBezTo>
                <a:cubicBezTo>
                  <a:pt x="6065695" y="5984399"/>
                  <a:pt x="6053124" y="5992019"/>
                  <a:pt x="6042072" y="5992399"/>
                </a:cubicBezTo>
                <a:cubicBezTo>
                  <a:pt x="6014449" y="5993351"/>
                  <a:pt x="5986828" y="5993161"/>
                  <a:pt x="5959204" y="5992971"/>
                </a:cubicBezTo>
                <a:cubicBezTo>
                  <a:pt x="5934438" y="5992781"/>
                  <a:pt x="5908719" y="5995447"/>
                  <a:pt x="5884906" y="5990113"/>
                </a:cubicBezTo>
                <a:cubicBezTo>
                  <a:pt x="5859949" y="5984399"/>
                  <a:pt x="5837471" y="5985161"/>
                  <a:pt x="5813275" y="5991637"/>
                </a:cubicBezTo>
                <a:cubicBezTo>
                  <a:pt x="5796702" y="5996019"/>
                  <a:pt x="5779174" y="5996591"/>
                  <a:pt x="5762029" y="5997923"/>
                </a:cubicBezTo>
                <a:cubicBezTo>
                  <a:pt x="5743551" y="5999447"/>
                  <a:pt x="5723166" y="5995447"/>
                  <a:pt x="5706401" y="6001734"/>
                </a:cubicBezTo>
                <a:cubicBezTo>
                  <a:pt x="5656488" y="6020403"/>
                  <a:pt x="5605244" y="6024403"/>
                  <a:pt x="5553045" y="6024403"/>
                </a:cubicBezTo>
                <a:cubicBezTo>
                  <a:pt x="5543518" y="6024403"/>
                  <a:pt x="5533802" y="6021738"/>
                  <a:pt x="5524660" y="6018880"/>
                </a:cubicBezTo>
                <a:cubicBezTo>
                  <a:pt x="5471316" y="6001734"/>
                  <a:pt x="5417784" y="6003257"/>
                  <a:pt x="5363491" y="6013736"/>
                </a:cubicBezTo>
                <a:cubicBezTo>
                  <a:pt x="5352250" y="6016022"/>
                  <a:pt x="5339677" y="6016403"/>
                  <a:pt x="5328438" y="6014118"/>
                </a:cubicBezTo>
                <a:cubicBezTo>
                  <a:pt x="5296812" y="6007449"/>
                  <a:pt x="5266141" y="5996399"/>
                  <a:pt x="5234326" y="5991637"/>
                </a:cubicBezTo>
                <a:cubicBezTo>
                  <a:pt x="5181748" y="5983826"/>
                  <a:pt x="5136216" y="6010115"/>
                  <a:pt x="5089162" y="6027262"/>
                </a:cubicBezTo>
                <a:cubicBezTo>
                  <a:pt x="5044391" y="6043455"/>
                  <a:pt x="5006292" y="6080032"/>
                  <a:pt x="4953328" y="6071840"/>
                </a:cubicBezTo>
                <a:cubicBezTo>
                  <a:pt x="4947996" y="6071078"/>
                  <a:pt x="4942089" y="6076222"/>
                  <a:pt x="4936184" y="6077555"/>
                </a:cubicBezTo>
                <a:cubicBezTo>
                  <a:pt x="4919991" y="6081176"/>
                  <a:pt x="4903799" y="6085555"/>
                  <a:pt x="4887415" y="6087272"/>
                </a:cubicBezTo>
                <a:cubicBezTo>
                  <a:pt x="4867412" y="6089558"/>
                  <a:pt x="4847027" y="6088797"/>
                  <a:pt x="4827024" y="6090701"/>
                </a:cubicBezTo>
                <a:cubicBezTo>
                  <a:pt x="4814165" y="6091844"/>
                  <a:pt x="4801401" y="6093939"/>
                  <a:pt x="4788661" y="6095749"/>
                </a:cubicBezTo>
                <a:lnTo>
                  <a:pt x="4785776" y="6096000"/>
                </a:lnTo>
                <a:lnTo>
                  <a:pt x="4726469" y="6096000"/>
                </a:lnTo>
                <a:lnTo>
                  <a:pt x="4719697" y="6095130"/>
                </a:lnTo>
                <a:cubicBezTo>
                  <a:pt x="4709481" y="6092939"/>
                  <a:pt x="4699289" y="6090320"/>
                  <a:pt x="4689098" y="6088605"/>
                </a:cubicBezTo>
                <a:cubicBezTo>
                  <a:pt x="4660331" y="6083842"/>
                  <a:pt x="4628705" y="6085176"/>
                  <a:pt x="4603368" y="6072984"/>
                </a:cubicBezTo>
                <a:cubicBezTo>
                  <a:pt x="4576318" y="6060029"/>
                  <a:pt x="4550599" y="6054123"/>
                  <a:pt x="4522596" y="6058123"/>
                </a:cubicBezTo>
                <a:cubicBezTo>
                  <a:pt x="4513260" y="6059457"/>
                  <a:pt x="4501257" y="6067459"/>
                  <a:pt x="4497068" y="6075649"/>
                </a:cubicBezTo>
                <a:cubicBezTo>
                  <a:pt x="4487731" y="6093938"/>
                  <a:pt x="4474969" y="6097178"/>
                  <a:pt x="4457632" y="6090890"/>
                </a:cubicBezTo>
                <a:cubicBezTo>
                  <a:pt x="4442581" y="6085555"/>
                  <a:pt x="4424104" y="6082890"/>
                  <a:pt x="4413817" y="6072601"/>
                </a:cubicBezTo>
                <a:cubicBezTo>
                  <a:pt x="4384668" y="6043455"/>
                  <a:pt x="4347518" y="6042503"/>
                  <a:pt x="4311323" y="6034693"/>
                </a:cubicBezTo>
                <a:cubicBezTo>
                  <a:pt x="4289227" y="6029928"/>
                  <a:pt x="4268649" y="6029738"/>
                  <a:pt x="4246551" y="6032976"/>
                </a:cubicBezTo>
                <a:cubicBezTo>
                  <a:pt x="4198546" y="6040216"/>
                  <a:pt x="4151870" y="6029928"/>
                  <a:pt x="4105766" y="6016784"/>
                </a:cubicBezTo>
                <a:cubicBezTo>
                  <a:pt x="4075285" y="6008022"/>
                  <a:pt x="4044043" y="6002687"/>
                  <a:pt x="4013753" y="5993733"/>
                </a:cubicBezTo>
                <a:cubicBezTo>
                  <a:pt x="3991083" y="5986874"/>
                  <a:pt x="3968414" y="5978682"/>
                  <a:pt x="3947648" y="5967634"/>
                </a:cubicBezTo>
                <a:cubicBezTo>
                  <a:pt x="3917546" y="5951440"/>
                  <a:pt x="3891259" y="5927055"/>
                  <a:pt x="3852966" y="5933533"/>
                </a:cubicBezTo>
                <a:cubicBezTo>
                  <a:pt x="3819245" y="5939247"/>
                  <a:pt x="3788766" y="5927247"/>
                  <a:pt x="3757902" y="5915816"/>
                </a:cubicBezTo>
                <a:cubicBezTo>
                  <a:pt x="3735231" y="5907434"/>
                  <a:pt x="3712565" y="5898859"/>
                  <a:pt x="3689131" y="5893526"/>
                </a:cubicBezTo>
                <a:cubicBezTo>
                  <a:pt x="3661315" y="5887239"/>
                  <a:pt x="3629882" y="5889907"/>
                  <a:pt x="3605116" y="5878285"/>
                </a:cubicBezTo>
                <a:cubicBezTo>
                  <a:pt x="3579206" y="5866093"/>
                  <a:pt x="3557682" y="5874285"/>
                  <a:pt x="3534629" y="5877715"/>
                </a:cubicBezTo>
                <a:cubicBezTo>
                  <a:pt x="3497862" y="5883049"/>
                  <a:pt x="3461282" y="5892955"/>
                  <a:pt x="3424135" y="5880382"/>
                </a:cubicBezTo>
                <a:cubicBezTo>
                  <a:pt x="3378986" y="5865141"/>
                  <a:pt x="3334216" y="5848758"/>
                  <a:pt x="3288877" y="5834280"/>
                </a:cubicBezTo>
                <a:cubicBezTo>
                  <a:pt x="3271348" y="5828753"/>
                  <a:pt x="3252492" y="5826467"/>
                  <a:pt x="3234202" y="5823991"/>
                </a:cubicBezTo>
                <a:cubicBezTo>
                  <a:pt x="3216867" y="5821895"/>
                  <a:pt x="3196102" y="5827230"/>
                  <a:pt x="3182763" y="5819229"/>
                </a:cubicBezTo>
                <a:cubicBezTo>
                  <a:pt x="3148472" y="5798655"/>
                  <a:pt x="3113231" y="5788558"/>
                  <a:pt x="3073604" y="5788558"/>
                </a:cubicBezTo>
                <a:cubicBezTo>
                  <a:pt x="3058743" y="5788558"/>
                  <a:pt x="3044264" y="5779984"/>
                  <a:pt x="3029216" y="5778459"/>
                </a:cubicBezTo>
                <a:cubicBezTo>
                  <a:pt x="3008639" y="5776555"/>
                  <a:pt x="2985016" y="5771411"/>
                  <a:pt x="2967110" y="5778651"/>
                </a:cubicBezTo>
                <a:cubicBezTo>
                  <a:pt x="2925008" y="5795797"/>
                  <a:pt x="2890910" y="5781507"/>
                  <a:pt x="2854140" y="5764553"/>
                </a:cubicBezTo>
                <a:cubicBezTo>
                  <a:pt x="2817943" y="5747789"/>
                  <a:pt x="2779842" y="5734455"/>
                  <a:pt x="2741360" y="5723403"/>
                </a:cubicBezTo>
                <a:cubicBezTo>
                  <a:pt x="2726882" y="5719403"/>
                  <a:pt x="2709548" y="5726072"/>
                  <a:pt x="2693543" y="5727405"/>
                </a:cubicBezTo>
                <a:cubicBezTo>
                  <a:pt x="2687827" y="5727786"/>
                  <a:pt x="2681540" y="5728358"/>
                  <a:pt x="2676398" y="5726453"/>
                </a:cubicBezTo>
                <a:cubicBezTo>
                  <a:pt x="2626677" y="5708163"/>
                  <a:pt x="2576191" y="5694257"/>
                  <a:pt x="2522279" y="5703782"/>
                </a:cubicBezTo>
                <a:cubicBezTo>
                  <a:pt x="2517327" y="5704735"/>
                  <a:pt x="2511800" y="5702639"/>
                  <a:pt x="2506847" y="5701305"/>
                </a:cubicBezTo>
                <a:cubicBezTo>
                  <a:pt x="2482652" y="5694447"/>
                  <a:pt x="2459029" y="5683589"/>
                  <a:pt x="2434456" y="5681112"/>
                </a:cubicBezTo>
                <a:cubicBezTo>
                  <a:pt x="2373874" y="5675016"/>
                  <a:pt x="2312915" y="5672538"/>
                  <a:pt x="2251948" y="5668538"/>
                </a:cubicBezTo>
                <a:cubicBezTo>
                  <a:pt x="2248138" y="5668349"/>
                  <a:pt x="2244137" y="5668349"/>
                  <a:pt x="2240710" y="5667014"/>
                </a:cubicBezTo>
                <a:cubicBezTo>
                  <a:pt x="2218229" y="5658822"/>
                  <a:pt x="2198608" y="5661490"/>
                  <a:pt x="2179556" y="5677111"/>
                </a:cubicBezTo>
                <a:cubicBezTo>
                  <a:pt x="2171173" y="5683969"/>
                  <a:pt x="2159743" y="5687589"/>
                  <a:pt x="2149267" y="5691399"/>
                </a:cubicBezTo>
                <a:cubicBezTo>
                  <a:pt x="2133834" y="5697115"/>
                  <a:pt x="2118023" y="5702639"/>
                  <a:pt x="2102021" y="5706259"/>
                </a:cubicBezTo>
                <a:cubicBezTo>
                  <a:pt x="2086208" y="5709688"/>
                  <a:pt x="2069254" y="5714449"/>
                  <a:pt x="2054013" y="5711784"/>
                </a:cubicBezTo>
                <a:cubicBezTo>
                  <a:pt x="2026581" y="5707022"/>
                  <a:pt x="2000479" y="5696353"/>
                  <a:pt x="1973429" y="5689303"/>
                </a:cubicBezTo>
                <a:cubicBezTo>
                  <a:pt x="1964094" y="5686826"/>
                  <a:pt x="1953806" y="5687209"/>
                  <a:pt x="1944092" y="5687017"/>
                </a:cubicBezTo>
                <a:cubicBezTo>
                  <a:pt x="1921800" y="5686447"/>
                  <a:pt x="1898940" y="5691971"/>
                  <a:pt x="1878748" y="5676159"/>
                </a:cubicBezTo>
                <a:cubicBezTo>
                  <a:pt x="1860079" y="5661299"/>
                  <a:pt x="1841216" y="5665680"/>
                  <a:pt x="1821596" y="5676920"/>
                </a:cubicBezTo>
                <a:cubicBezTo>
                  <a:pt x="1807497" y="5684922"/>
                  <a:pt x="1791496" y="5691209"/>
                  <a:pt x="1775684" y="5694257"/>
                </a:cubicBezTo>
                <a:cubicBezTo>
                  <a:pt x="1753965" y="5698447"/>
                  <a:pt x="1732439" y="5700163"/>
                  <a:pt x="1709006" y="5697685"/>
                </a:cubicBezTo>
                <a:cubicBezTo>
                  <a:pt x="1692431" y="5695971"/>
                  <a:pt x="1678904" y="5695209"/>
                  <a:pt x="1665950" y="5685113"/>
                </a:cubicBezTo>
                <a:cubicBezTo>
                  <a:pt x="1663856" y="5683589"/>
                  <a:pt x="1660046" y="5683207"/>
                  <a:pt x="1657188" y="5683399"/>
                </a:cubicBezTo>
                <a:cubicBezTo>
                  <a:pt x="1619658" y="5686637"/>
                  <a:pt x="1582510" y="5684922"/>
                  <a:pt x="1544598" y="5682634"/>
                </a:cubicBezTo>
                <a:cubicBezTo>
                  <a:pt x="1496403" y="5679589"/>
                  <a:pt x="1445725" y="5688541"/>
                  <a:pt x="1404006" y="5720546"/>
                </a:cubicBezTo>
                <a:cubicBezTo>
                  <a:pt x="1397909" y="5725310"/>
                  <a:pt x="1388765" y="5727405"/>
                  <a:pt x="1380762" y="5728549"/>
                </a:cubicBezTo>
                <a:cubicBezTo>
                  <a:pt x="1343044" y="5733501"/>
                  <a:pt x="1305132" y="5736930"/>
                  <a:pt x="1267411" y="5742455"/>
                </a:cubicBezTo>
                <a:cubicBezTo>
                  <a:pt x="1246837" y="5745503"/>
                  <a:pt x="1225310" y="5748170"/>
                  <a:pt x="1206641" y="5756553"/>
                </a:cubicBezTo>
                <a:cubicBezTo>
                  <a:pt x="1188354" y="5764743"/>
                  <a:pt x="1173681" y="5774459"/>
                  <a:pt x="1162823" y="5757315"/>
                </a:cubicBezTo>
                <a:cubicBezTo>
                  <a:pt x="1143394" y="5766459"/>
                  <a:pt x="1126437" y="5774080"/>
                  <a:pt x="1109865" y="5782270"/>
                </a:cubicBezTo>
                <a:cubicBezTo>
                  <a:pt x="1103767" y="5785318"/>
                  <a:pt x="1098623" y="5790272"/>
                  <a:pt x="1092527" y="5793130"/>
                </a:cubicBezTo>
                <a:cubicBezTo>
                  <a:pt x="1086048" y="5796178"/>
                  <a:pt x="1078810" y="5798082"/>
                  <a:pt x="1071762" y="5799607"/>
                </a:cubicBezTo>
                <a:cubicBezTo>
                  <a:pt x="1040327" y="5806465"/>
                  <a:pt x="1008894" y="5812751"/>
                  <a:pt x="977653" y="5820182"/>
                </a:cubicBezTo>
                <a:cubicBezTo>
                  <a:pt x="971554" y="5821705"/>
                  <a:pt x="966411" y="5827801"/>
                  <a:pt x="960887" y="5831801"/>
                </a:cubicBezTo>
                <a:cubicBezTo>
                  <a:pt x="957266" y="5834470"/>
                  <a:pt x="953648" y="5838470"/>
                  <a:pt x="949646" y="5839042"/>
                </a:cubicBezTo>
                <a:cubicBezTo>
                  <a:pt x="919165" y="5843614"/>
                  <a:pt x="888877" y="5848949"/>
                  <a:pt x="858205" y="5851234"/>
                </a:cubicBezTo>
                <a:cubicBezTo>
                  <a:pt x="832486" y="5853138"/>
                  <a:pt x="807719" y="5852568"/>
                  <a:pt x="801053" y="5885715"/>
                </a:cubicBezTo>
                <a:cubicBezTo>
                  <a:pt x="799909" y="5891432"/>
                  <a:pt x="791717" y="5897528"/>
                  <a:pt x="785432" y="5900384"/>
                </a:cubicBezTo>
                <a:cubicBezTo>
                  <a:pt x="767524" y="5908576"/>
                  <a:pt x="748471" y="5914101"/>
                  <a:pt x="730754" y="5922482"/>
                </a:cubicBezTo>
                <a:cubicBezTo>
                  <a:pt x="672650" y="5950488"/>
                  <a:pt x="611880" y="5968205"/>
                  <a:pt x="546917" y="5964966"/>
                </a:cubicBezTo>
                <a:cubicBezTo>
                  <a:pt x="526724" y="5964014"/>
                  <a:pt x="507102" y="5953726"/>
                  <a:pt x="494337" y="5949915"/>
                </a:cubicBezTo>
                <a:cubicBezTo>
                  <a:pt x="457572" y="5964966"/>
                  <a:pt x="426709" y="5979445"/>
                  <a:pt x="394511" y="5990303"/>
                </a:cubicBezTo>
                <a:cubicBezTo>
                  <a:pt x="366127" y="6000019"/>
                  <a:pt x="336408" y="6006115"/>
                  <a:pt x="307259" y="6013163"/>
                </a:cubicBezTo>
                <a:cubicBezTo>
                  <a:pt x="296590" y="6015832"/>
                  <a:pt x="285732" y="6017355"/>
                  <a:pt x="274873" y="6018690"/>
                </a:cubicBezTo>
                <a:cubicBezTo>
                  <a:pt x="240965" y="6022880"/>
                  <a:pt x="205529" y="6012784"/>
                  <a:pt x="172384" y="6028786"/>
                </a:cubicBezTo>
                <a:cubicBezTo>
                  <a:pt x="155046" y="6037168"/>
                  <a:pt x="137898" y="6047265"/>
                  <a:pt x="119613" y="6051647"/>
                </a:cubicBezTo>
                <a:cubicBezTo>
                  <a:pt x="99990" y="6056409"/>
                  <a:pt x="80794" y="6063839"/>
                  <a:pt x="61197" y="6069150"/>
                </a:cubicBezTo>
                <a:lnTo>
                  <a:pt x="544" y="6073921"/>
                </a:lnTo>
                <a:lnTo>
                  <a:pt x="544" y="5946682"/>
                </a:lnTo>
                <a:lnTo>
                  <a:pt x="0" y="5946682"/>
                </a:lnTo>
                <a:lnTo>
                  <a:pt x="0" y="1335314"/>
                </a:lnTo>
                <a:lnTo>
                  <a:pt x="0" y="873938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3296010"/>
            <a:ext cx="12191456" cy="2849976"/>
            <a:chOff x="476" y="-3923157"/>
            <a:chExt cx="10667524" cy="249372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6439" y="1100465"/>
            <a:ext cx="5334000" cy="2670457"/>
          </a:xfrm>
        </p:spPr>
        <p:txBody>
          <a:bodyPr>
            <a:normAutofit/>
          </a:bodyPr>
          <a:lstStyle/>
          <a:p>
            <a:pPr algn="l"/>
            <a:r>
              <a:rPr lang="en-GB" sz="9600">
                <a:solidFill>
                  <a:srgbClr val="FFFFFF"/>
                </a:solidFill>
              </a:rPr>
              <a:t>JUnit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671" y="1555314"/>
            <a:ext cx="8382000" cy="13384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GB" sz="3600">
                <a:solidFill>
                  <a:srgbClr val="FFFFFF"/>
                </a:solidFill>
              </a:rPr>
              <a:t>Testing Code with 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86FE5C0-FF4A-4871-F3CF-513DADBFA2E1}"/>
              </a:ext>
            </a:extLst>
          </p:cNvPr>
          <p:cNvSpPr>
            <a:spLocks noGrp="1"/>
          </p:cNvSpPr>
          <p:nvPr/>
        </p:nvSpPr>
        <p:spPr>
          <a:xfrm>
            <a:off x="140099" y="422155"/>
            <a:ext cx="7572411" cy="1136481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6000"/>
              <a:t>What is a unit test ?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857C846-6429-B3F6-9816-0A1C91F52C3B}"/>
              </a:ext>
            </a:extLst>
          </p:cNvPr>
          <p:cNvSpPr>
            <a:spLocks noGrp="1"/>
          </p:cNvSpPr>
          <p:nvPr/>
        </p:nvSpPr>
        <p:spPr>
          <a:xfrm>
            <a:off x="762000" y="3047999"/>
            <a:ext cx="6128850" cy="22651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rgbClr val="FFFFFF"/>
                </a:solidFill>
                <a:ea typeface="+mn-lt"/>
                <a:cs typeface="+mn-lt"/>
              </a:rPr>
              <a:t>A unit test is a </a:t>
            </a:r>
            <a:r>
              <a:rPr lang="en-GB" b="1" i="1">
                <a:solidFill>
                  <a:schemeClr val="accent5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block of code</a:t>
            </a:r>
            <a:r>
              <a:rPr lang="en-GB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GB">
                <a:solidFill>
                  <a:srgbClr val="FFFFFF"/>
                </a:solidFill>
                <a:ea typeface="+mn-lt"/>
                <a:cs typeface="+mn-lt"/>
              </a:rPr>
              <a:t>that </a:t>
            </a:r>
            <a:r>
              <a:rPr lang="en-GB" b="1" i="1">
                <a:solidFill>
                  <a:schemeClr val="accent1">
                    <a:lumMod val="76000"/>
                  </a:schemeClr>
                </a:solidFill>
                <a:ea typeface="+mn-lt"/>
                <a:cs typeface="+mn-lt"/>
              </a:rPr>
              <a:t>verifies</a:t>
            </a:r>
            <a:r>
              <a:rPr lang="en-GB" b="1" i="1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GB">
                <a:solidFill>
                  <a:srgbClr val="FFFFFF"/>
                </a:solidFill>
                <a:ea typeface="+mn-lt"/>
                <a:cs typeface="+mn-lt"/>
              </a:rPr>
              <a:t>the accuracy of a smaller, </a:t>
            </a:r>
            <a:r>
              <a:rPr lang="en-GB" b="1" i="1">
                <a:solidFill>
                  <a:schemeClr val="accent5">
                    <a:lumMod val="76000"/>
                  </a:schemeClr>
                </a:solidFill>
                <a:ea typeface="+mn-lt"/>
                <a:cs typeface="+mn-lt"/>
              </a:rPr>
              <a:t>isolated </a:t>
            </a:r>
            <a:r>
              <a:rPr lang="en-GB">
                <a:solidFill>
                  <a:srgbClr val="FFFFFF"/>
                </a:solidFill>
                <a:ea typeface="+mn-lt"/>
                <a:cs typeface="+mn-lt"/>
              </a:rPr>
              <a:t>block of application code, typically a function or method</a:t>
            </a:r>
            <a:endParaRPr lang="en-GB">
              <a:solidFill>
                <a:srgbClr val="FFFFFF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F57FF489-D9DA-BFD3-71F6-6D26E8D0F779}"/>
              </a:ext>
            </a:extLst>
          </p:cNvPr>
          <p:cNvCxnSpPr/>
          <p:nvPr/>
        </p:nvCxnSpPr>
        <p:spPr>
          <a:xfrm>
            <a:off x="1201062" y="2563244"/>
            <a:ext cx="5682410" cy="14007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3D656EC-4DE1-6A8E-197F-8C2E0C1AC062}"/>
              </a:ext>
            </a:extLst>
          </p:cNvPr>
          <p:cNvCxnSpPr>
            <a:cxnSpLocks/>
          </p:cNvCxnSpPr>
          <p:nvPr/>
        </p:nvCxnSpPr>
        <p:spPr>
          <a:xfrm flipH="1" flipV="1">
            <a:off x="6862594" y="2566812"/>
            <a:ext cx="27370" cy="1614376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AFC6CF0-EC38-A275-A731-4EC8D61C4034}"/>
              </a:ext>
            </a:extLst>
          </p:cNvPr>
          <p:cNvCxnSpPr>
            <a:cxnSpLocks/>
          </p:cNvCxnSpPr>
          <p:nvPr/>
        </p:nvCxnSpPr>
        <p:spPr>
          <a:xfrm>
            <a:off x="6889965" y="4181188"/>
            <a:ext cx="1058219" cy="14006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5" name="Left Brace 54">
            <a:extLst>
              <a:ext uri="{FF2B5EF4-FFF2-40B4-BE49-F238E27FC236}">
                <a16:creationId xmlns:a16="http://schemas.microsoft.com/office/drawing/2014/main" id="{DA9DAA43-4B4E-EED6-9E3A-D26F44489DF2}"/>
              </a:ext>
            </a:extLst>
          </p:cNvPr>
          <p:cNvSpPr/>
          <p:nvPr/>
        </p:nvSpPr>
        <p:spPr>
          <a:xfrm>
            <a:off x="7530453" y="2917614"/>
            <a:ext cx="2629337" cy="253234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1440" tIns="45720" rIns="91440" bIns="45720"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231079-EC13-B5AD-88E4-9D1AD8003E0E}"/>
              </a:ext>
            </a:extLst>
          </p:cNvPr>
          <p:cNvSpPr txBox="1"/>
          <p:nvPr/>
        </p:nvSpPr>
        <p:spPr>
          <a:xfrm>
            <a:off x="9074836" y="3214619"/>
            <a:ext cx="311290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GB" sz="2400" b="1" i="1">
                <a:solidFill>
                  <a:schemeClr val="accent5">
                    <a:lumMod val="60000"/>
                    <a:lumOff val="40000"/>
                  </a:schemeClr>
                </a:solidFill>
              </a:rPr>
              <a:t>block of code</a:t>
            </a:r>
            <a:endParaRPr lang="en-GB" sz="2400" b="1" i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endParaRPr lang="en-GB" sz="2400" b="1" i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GB" sz="2400" b="1" i="1">
                <a:solidFill>
                  <a:schemeClr val="accent1">
                    <a:lumMod val="76000"/>
                  </a:schemeClr>
                </a:solidFill>
              </a:rPr>
              <a:t>Verifies</a:t>
            </a:r>
            <a:endParaRPr lang="en-GB" sz="2400" b="1" i="1" dirty="0">
              <a:solidFill>
                <a:schemeClr val="accent1">
                  <a:lumMod val="76000"/>
                </a:schemeClr>
              </a:solidFill>
            </a:endParaRPr>
          </a:p>
          <a:p>
            <a:pPr marL="457200" indent="-457200">
              <a:buFont typeface="Arial"/>
              <a:buChar char="•"/>
            </a:pPr>
            <a:endParaRPr lang="en-GB" sz="2400" b="1" i="1" dirty="0">
              <a:solidFill>
                <a:schemeClr val="accent1">
                  <a:lumMod val="76000"/>
                </a:schemeClr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GB" sz="2400" b="1" i="1">
                <a:solidFill>
                  <a:schemeClr val="accent5">
                    <a:lumMod val="76000"/>
                  </a:schemeClr>
                </a:solidFill>
              </a:rPr>
              <a:t>isolated</a:t>
            </a:r>
            <a:endParaRPr lang="en-GB" sz="2400">
              <a:solidFill>
                <a:schemeClr val="accent5">
                  <a:lumMod val="76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857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964CBE2-084A-47DF-A704-CF5F6217B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902DF-A3FF-4803-9779-F222B2A83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9637211" cy="1649863"/>
          </a:xfrm>
          <a:custGeom>
            <a:avLst/>
            <a:gdLst>
              <a:gd name="connsiteX0" fmla="*/ 2468659 w 9637211"/>
              <a:gd name="connsiteY0" fmla="*/ 1380297 h 1649863"/>
              <a:gd name="connsiteX1" fmla="*/ 2460722 w 9637211"/>
              <a:gd name="connsiteY1" fmla="*/ 1390272 h 1649863"/>
              <a:gd name="connsiteX2" fmla="*/ 2446257 w 9637211"/>
              <a:gd name="connsiteY2" fmla="*/ 1406498 h 1649863"/>
              <a:gd name="connsiteX3" fmla="*/ 2427494 w 9637211"/>
              <a:gd name="connsiteY3" fmla="*/ 1415356 h 1649863"/>
              <a:gd name="connsiteX4" fmla="*/ 2460722 w 9637211"/>
              <a:gd name="connsiteY4" fmla="*/ 1390272 h 1649863"/>
              <a:gd name="connsiteX5" fmla="*/ 5731745 w 9637211"/>
              <a:gd name="connsiteY5" fmla="*/ 1360489 h 1649863"/>
              <a:gd name="connsiteX6" fmla="*/ 5698179 w 9637211"/>
              <a:gd name="connsiteY6" fmla="*/ 1367442 h 1649863"/>
              <a:gd name="connsiteX7" fmla="*/ 5715901 w 9637211"/>
              <a:gd name="connsiteY7" fmla="*/ 1365274 h 1649863"/>
              <a:gd name="connsiteX8" fmla="*/ 5731745 w 9637211"/>
              <a:gd name="connsiteY8" fmla="*/ 1360489 h 1649863"/>
              <a:gd name="connsiteX9" fmla="*/ 5503859 w 9637211"/>
              <a:gd name="connsiteY9" fmla="*/ 1324849 h 1649863"/>
              <a:gd name="connsiteX10" fmla="*/ 5516994 w 9637211"/>
              <a:gd name="connsiteY10" fmla="*/ 1333353 h 1649863"/>
              <a:gd name="connsiteX11" fmla="*/ 5516994 w 9637211"/>
              <a:gd name="connsiteY11" fmla="*/ 1333352 h 1649863"/>
              <a:gd name="connsiteX12" fmla="*/ 4720031 w 9637211"/>
              <a:gd name="connsiteY12" fmla="*/ 1268958 h 1649863"/>
              <a:gd name="connsiteX13" fmla="*/ 4749955 w 9637211"/>
              <a:gd name="connsiteY13" fmla="*/ 1273114 h 1649863"/>
              <a:gd name="connsiteX14" fmla="*/ 4767388 w 9637211"/>
              <a:gd name="connsiteY14" fmla="*/ 1277477 h 1649863"/>
              <a:gd name="connsiteX15" fmla="*/ 4767531 w 9637211"/>
              <a:gd name="connsiteY15" fmla="*/ 1277513 h 1649863"/>
              <a:gd name="connsiteX16" fmla="*/ 4782965 w 9637211"/>
              <a:gd name="connsiteY16" fmla="*/ 1281578 h 1649863"/>
              <a:gd name="connsiteX17" fmla="*/ 4784809 w 9637211"/>
              <a:gd name="connsiteY17" fmla="*/ 1281832 h 1649863"/>
              <a:gd name="connsiteX18" fmla="*/ 4790792 w 9637211"/>
              <a:gd name="connsiteY18" fmla="*/ 1283327 h 1649863"/>
              <a:gd name="connsiteX19" fmla="*/ 4814638 w 9637211"/>
              <a:gd name="connsiteY19" fmla="*/ 1285937 h 1649863"/>
              <a:gd name="connsiteX20" fmla="*/ 4784809 w 9637211"/>
              <a:gd name="connsiteY20" fmla="*/ 1281832 h 1649863"/>
              <a:gd name="connsiteX21" fmla="*/ 4767531 w 9637211"/>
              <a:gd name="connsiteY21" fmla="*/ 1277513 h 1649863"/>
              <a:gd name="connsiteX22" fmla="*/ 4751799 w 9637211"/>
              <a:gd name="connsiteY22" fmla="*/ 1273370 h 1649863"/>
              <a:gd name="connsiteX23" fmla="*/ 4749955 w 9637211"/>
              <a:gd name="connsiteY23" fmla="*/ 1273114 h 1649863"/>
              <a:gd name="connsiteX24" fmla="*/ 4743957 w 9637211"/>
              <a:gd name="connsiteY24" fmla="*/ 1271612 h 1649863"/>
              <a:gd name="connsiteX25" fmla="*/ 4720031 w 9637211"/>
              <a:gd name="connsiteY25" fmla="*/ 1268958 h 1649863"/>
              <a:gd name="connsiteX26" fmla="*/ 3276840 w 9637211"/>
              <a:gd name="connsiteY26" fmla="*/ 1263985 h 1649863"/>
              <a:gd name="connsiteX27" fmla="*/ 3328341 w 9637211"/>
              <a:gd name="connsiteY27" fmla="*/ 1281473 h 1649863"/>
              <a:gd name="connsiteX28" fmla="*/ 3301810 w 9637211"/>
              <a:gd name="connsiteY28" fmla="*/ 1277386 h 1649863"/>
              <a:gd name="connsiteX29" fmla="*/ 3276840 w 9637211"/>
              <a:gd name="connsiteY29" fmla="*/ 1263985 h 1649863"/>
              <a:gd name="connsiteX30" fmla="*/ 3519760 w 9637211"/>
              <a:gd name="connsiteY30" fmla="*/ 1250994 h 1649863"/>
              <a:gd name="connsiteX31" fmla="*/ 3503255 w 9637211"/>
              <a:gd name="connsiteY31" fmla="*/ 1251147 h 1649863"/>
              <a:gd name="connsiteX32" fmla="*/ 3519760 w 9637211"/>
              <a:gd name="connsiteY32" fmla="*/ 1250994 h 1649863"/>
              <a:gd name="connsiteX33" fmla="*/ 3537011 w 9637211"/>
              <a:gd name="connsiteY33" fmla="*/ 1257249 h 1649863"/>
              <a:gd name="connsiteX34" fmla="*/ 3519760 w 9637211"/>
              <a:gd name="connsiteY34" fmla="*/ 1250994 h 1649863"/>
              <a:gd name="connsiteX35" fmla="*/ 5038723 w 9637211"/>
              <a:gd name="connsiteY35" fmla="*/ 1229019 h 1649863"/>
              <a:gd name="connsiteX36" fmla="*/ 5009340 w 9637211"/>
              <a:gd name="connsiteY36" fmla="*/ 1231627 h 1649863"/>
              <a:gd name="connsiteX37" fmla="*/ 5069905 w 9637211"/>
              <a:gd name="connsiteY37" fmla="*/ 1231533 h 1649863"/>
              <a:gd name="connsiteX38" fmla="*/ 5038723 w 9637211"/>
              <a:gd name="connsiteY38" fmla="*/ 1229019 h 1649863"/>
              <a:gd name="connsiteX39" fmla="*/ 6274350 w 9637211"/>
              <a:gd name="connsiteY39" fmla="*/ 1198579 h 1649863"/>
              <a:gd name="connsiteX40" fmla="*/ 6274350 w 9637211"/>
              <a:gd name="connsiteY40" fmla="*/ 1198580 h 1649863"/>
              <a:gd name="connsiteX41" fmla="*/ 6299734 w 9637211"/>
              <a:gd name="connsiteY41" fmla="*/ 1215874 h 1649863"/>
              <a:gd name="connsiteX42" fmla="*/ 6274350 w 9637211"/>
              <a:gd name="connsiteY42" fmla="*/ 1198579 h 1649863"/>
              <a:gd name="connsiteX43" fmla="*/ 284014 w 9637211"/>
              <a:gd name="connsiteY43" fmla="*/ 1083637 h 1649863"/>
              <a:gd name="connsiteX44" fmla="*/ 274455 w 9637211"/>
              <a:gd name="connsiteY44" fmla="*/ 1086842 h 1649863"/>
              <a:gd name="connsiteX45" fmla="*/ 233501 w 9637211"/>
              <a:gd name="connsiteY45" fmla="*/ 1096794 h 1649863"/>
              <a:gd name="connsiteX46" fmla="*/ 274456 w 9637211"/>
              <a:gd name="connsiteY46" fmla="*/ 1086842 h 1649863"/>
              <a:gd name="connsiteX47" fmla="*/ 691166 w 9637211"/>
              <a:gd name="connsiteY47" fmla="*/ 1081917 h 1649863"/>
              <a:gd name="connsiteX48" fmla="*/ 677191 w 9637211"/>
              <a:gd name="connsiteY48" fmla="*/ 1087044 h 1649863"/>
              <a:gd name="connsiteX49" fmla="*/ 632391 w 9637211"/>
              <a:gd name="connsiteY49" fmla="*/ 1110922 h 1649863"/>
              <a:gd name="connsiteX50" fmla="*/ 677192 w 9637211"/>
              <a:gd name="connsiteY50" fmla="*/ 1087044 h 1649863"/>
              <a:gd name="connsiteX51" fmla="*/ 428044 w 9637211"/>
              <a:gd name="connsiteY51" fmla="*/ 1067823 h 1649863"/>
              <a:gd name="connsiteX52" fmla="*/ 479634 w 9637211"/>
              <a:gd name="connsiteY52" fmla="*/ 1077452 h 1649863"/>
              <a:gd name="connsiteX53" fmla="*/ 428044 w 9637211"/>
              <a:gd name="connsiteY53" fmla="*/ 1067823 h 1649863"/>
              <a:gd name="connsiteX54" fmla="*/ 7445292 w 9637211"/>
              <a:gd name="connsiteY54" fmla="*/ 757632 h 1649863"/>
              <a:gd name="connsiteX55" fmla="*/ 7466390 w 9637211"/>
              <a:gd name="connsiteY55" fmla="*/ 768915 h 1649863"/>
              <a:gd name="connsiteX56" fmla="*/ 7474827 w 9637211"/>
              <a:gd name="connsiteY56" fmla="*/ 771226 h 1649863"/>
              <a:gd name="connsiteX57" fmla="*/ 7466391 w 9637211"/>
              <a:gd name="connsiteY57" fmla="*/ 768915 h 1649863"/>
              <a:gd name="connsiteX58" fmla="*/ 7445292 w 9637211"/>
              <a:gd name="connsiteY58" fmla="*/ 757632 h 1649863"/>
              <a:gd name="connsiteX59" fmla="*/ 0 w 9637211"/>
              <a:gd name="connsiteY59" fmla="*/ 0 h 1649863"/>
              <a:gd name="connsiteX60" fmla="*/ 9637211 w 9637211"/>
              <a:gd name="connsiteY60" fmla="*/ 0 h 1649863"/>
              <a:gd name="connsiteX61" fmla="*/ 9583319 w 9637211"/>
              <a:gd name="connsiteY61" fmla="*/ 32146 h 1649863"/>
              <a:gd name="connsiteX62" fmla="*/ 9493665 w 9637211"/>
              <a:gd name="connsiteY62" fmla="*/ 112426 h 1649863"/>
              <a:gd name="connsiteX63" fmla="*/ 9457156 w 9637211"/>
              <a:gd name="connsiteY63" fmla="*/ 155303 h 1649863"/>
              <a:gd name="connsiteX64" fmla="*/ 9377643 w 9637211"/>
              <a:gd name="connsiteY64" fmla="*/ 187228 h 1649863"/>
              <a:gd name="connsiteX65" fmla="*/ 9292088 w 9637211"/>
              <a:gd name="connsiteY65" fmla="*/ 235295 h 1649863"/>
              <a:gd name="connsiteX66" fmla="*/ 9231985 w 9637211"/>
              <a:gd name="connsiteY66" fmla="*/ 281821 h 1649863"/>
              <a:gd name="connsiteX67" fmla="*/ 9185378 w 9637211"/>
              <a:gd name="connsiteY67" fmla="*/ 313259 h 1649863"/>
              <a:gd name="connsiteX68" fmla="*/ 9118948 w 9637211"/>
              <a:gd name="connsiteY68" fmla="*/ 345810 h 1649863"/>
              <a:gd name="connsiteX69" fmla="*/ 9052763 w 9637211"/>
              <a:gd name="connsiteY69" fmla="*/ 387450 h 1649863"/>
              <a:gd name="connsiteX70" fmla="*/ 9020858 w 9637211"/>
              <a:gd name="connsiteY70" fmla="*/ 412686 h 1649863"/>
              <a:gd name="connsiteX71" fmla="*/ 8958799 w 9637211"/>
              <a:gd name="connsiteY71" fmla="*/ 455068 h 1649863"/>
              <a:gd name="connsiteX72" fmla="*/ 8894669 w 9637211"/>
              <a:gd name="connsiteY72" fmla="*/ 494884 h 1649863"/>
              <a:gd name="connsiteX73" fmla="*/ 8772871 w 9637211"/>
              <a:gd name="connsiteY73" fmla="*/ 542815 h 1649863"/>
              <a:gd name="connsiteX74" fmla="*/ 8663102 w 9637211"/>
              <a:gd name="connsiteY74" fmla="*/ 609939 h 1649863"/>
              <a:gd name="connsiteX75" fmla="*/ 8575858 w 9637211"/>
              <a:gd name="connsiteY75" fmla="*/ 659344 h 1649863"/>
              <a:gd name="connsiteX76" fmla="*/ 8525191 w 9637211"/>
              <a:gd name="connsiteY76" fmla="*/ 691449 h 1649863"/>
              <a:gd name="connsiteX77" fmla="*/ 8432740 w 9637211"/>
              <a:gd name="connsiteY77" fmla="*/ 762134 h 1649863"/>
              <a:gd name="connsiteX78" fmla="*/ 8287775 w 9637211"/>
              <a:gd name="connsiteY78" fmla="*/ 838802 h 1649863"/>
              <a:gd name="connsiteX79" fmla="*/ 8199975 w 9637211"/>
              <a:gd name="connsiteY79" fmla="*/ 880700 h 1649863"/>
              <a:gd name="connsiteX80" fmla="*/ 8009879 w 9637211"/>
              <a:gd name="connsiteY80" fmla="*/ 946676 h 1649863"/>
              <a:gd name="connsiteX81" fmla="*/ 7948650 w 9637211"/>
              <a:gd name="connsiteY81" fmla="*/ 969872 h 1649863"/>
              <a:gd name="connsiteX82" fmla="*/ 7878149 w 9637211"/>
              <a:gd name="connsiteY82" fmla="*/ 986611 h 1649863"/>
              <a:gd name="connsiteX83" fmla="*/ 7765368 w 9637211"/>
              <a:gd name="connsiteY83" fmla="*/ 1023592 h 1649863"/>
              <a:gd name="connsiteX84" fmla="*/ 7544827 w 9637211"/>
              <a:gd name="connsiteY84" fmla="*/ 1088525 h 1649863"/>
              <a:gd name="connsiteX85" fmla="*/ 7496243 w 9637211"/>
              <a:gd name="connsiteY85" fmla="*/ 1099185 h 1649863"/>
              <a:gd name="connsiteX86" fmla="*/ 7373131 w 9637211"/>
              <a:gd name="connsiteY86" fmla="*/ 1140118 h 1649863"/>
              <a:gd name="connsiteX87" fmla="*/ 7299425 w 9637211"/>
              <a:gd name="connsiteY87" fmla="*/ 1167211 h 1649863"/>
              <a:gd name="connsiteX88" fmla="*/ 7238066 w 9637211"/>
              <a:gd name="connsiteY88" fmla="*/ 1183666 h 1649863"/>
              <a:gd name="connsiteX89" fmla="*/ 7183552 w 9637211"/>
              <a:gd name="connsiteY89" fmla="*/ 1192571 h 1649863"/>
              <a:gd name="connsiteX90" fmla="*/ 7040813 w 9637211"/>
              <a:gd name="connsiteY90" fmla="*/ 1230525 h 1649863"/>
              <a:gd name="connsiteX91" fmla="*/ 6983864 w 9637211"/>
              <a:gd name="connsiteY91" fmla="*/ 1245513 h 1649863"/>
              <a:gd name="connsiteX92" fmla="*/ 6836601 w 9637211"/>
              <a:gd name="connsiteY92" fmla="*/ 1294672 h 1649863"/>
              <a:gd name="connsiteX93" fmla="*/ 6711393 w 9637211"/>
              <a:gd name="connsiteY93" fmla="*/ 1328485 h 1649863"/>
              <a:gd name="connsiteX94" fmla="*/ 6659164 w 9637211"/>
              <a:gd name="connsiteY94" fmla="*/ 1344343 h 1649863"/>
              <a:gd name="connsiteX95" fmla="*/ 6539327 w 9637211"/>
              <a:gd name="connsiteY95" fmla="*/ 1372405 h 1649863"/>
              <a:gd name="connsiteX96" fmla="*/ 6471659 w 9637211"/>
              <a:gd name="connsiteY96" fmla="*/ 1391362 h 1649863"/>
              <a:gd name="connsiteX97" fmla="*/ 6305536 w 9637211"/>
              <a:gd name="connsiteY97" fmla="*/ 1417103 h 1649863"/>
              <a:gd name="connsiteX98" fmla="*/ 6133939 w 9637211"/>
              <a:gd name="connsiteY98" fmla="*/ 1442481 h 1649863"/>
              <a:gd name="connsiteX99" fmla="*/ 6039547 w 9637211"/>
              <a:gd name="connsiteY99" fmla="*/ 1452681 h 1649863"/>
              <a:gd name="connsiteX100" fmla="*/ 5957366 w 9637211"/>
              <a:gd name="connsiteY100" fmla="*/ 1465590 h 1649863"/>
              <a:gd name="connsiteX101" fmla="*/ 5885715 w 9637211"/>
              <a:gd name="connsiteY101" fmla="*/ 1474694 h 1649863"/>
              <a:gd name="connsiteX102" fmla="*/ 5771774 w 9637211"/>
              <a:gd name="connsiteY102" fmla="*/ 1491643 h 1649863"/>
              <a:gd name="connsiteX103" fmla="*/ 5724294 w 9637211"/>
              <a:gd name="connsiteY103" fmla="*/ 1496914 h 1649863"/>
              <a:gd name="connsiteX104" fmla="*/ 5611931 w 9637211"/>
              <a:gd name="connsiteY104" fmla="*/ 1502173 h 1649863"/>
              <a:gd name="connsiteX105" fmla="*/ 5572785 w 9637211"/>
              <a:gd name="connsiteY105" fmla="*/ 1502492 h 1649863"/>
              <a:gd name="connsiteX106" fmla="*/ 5496622 w 9637211"/>
              <a:gd name="connsiteY106" fmla="*/ 1486703 h 1649863"/>
              <a:gd name="connsiteX107" fmla="*/ 5487614 w 9637211"/>
              <a:gd name="connsiteY107" fmla="*/ 1485725 h 1649863"/>
              <a:gd name="connsiteX108" fmla="*/ 5437869 w 9637211"/>
              <a:gd name="connsiteY108" fmla="*/ 1480432 h 1649863"/>
              <a:gd name="connsiteX109" fmla="*/ 5410729 w 9637211"/>
              <a:gd name="connsiteY109" fmla="*/ 1479229 h 1649863"/>
              <a:gd name="connsiteX110" fmla="*/ 5307325 w 9637211"/>
              <a:gd name="connsiteY110" fmla="*/ 1468207 h 1649863"/>
              <a:gd name="connsiteX111" fmla="*/ 5247871 w 9637211"/>
              <a:gd name="connsiteY111" fmla="*/ 1463540 h 1649863"/>
              <a:gd name="connsiteX112" fmla="*/ 5200105 w 9637211"/>
              <a:gd name="connsiteY112" fmla="*/ 1466942 h 1649863"/>
              <a:gd name="connsiteX113" fmla="*/ 5116199 w 9637211"/>
              <a:gd name="connsiteY113" fmla="*/ 1472398 h 1649863"/>
              <a:gd name="connsiteX114" fmla="*/ 5089547 w 9637211"/>
              <a:gd name="connsiteY114" fmla="*/ 1477294 h 1649863"/>
              <a:gd name="connsiteX115" fmla="*/ 4967752 w 9637211"/>
              <a:gd name="connsiteY115" fmla="*/ 1472806 h 1649863"/>
              <a:gd name="connsiteX116" fmla="*/ 4898514 w 9637211"/>
              <a:gd name="connsiteY116" fmla="*/ 1475359 h 1649863"/>
              <a:gd name="connsiteX117" fmla="*/ 4819948 w 9637211"/>
              <a:gd name="connsiteY117" fmla="*/ 1466277 h 1649863"/>
              <a:gd name="connsiteX118" fmla="*/ 4797235 w 9637211"/>
              <a:gd name="connsiteY118" fmla="*/ 1467999 h 1649863"/>
              <a:gd name="connsiteX119" fmla="*/ 4771823 w 9637211"/>
              <a:gd name="connsiteY119" fmla="*/ 1470324 h 1649863"/>
              <a:gd name="connsiteX120" fmla="*/ 4693726 w 9637211"/>
              <a:gd name="connsiteY120" fmla="*/ 1475031 h 1649863"/>
              <a:gd name="connsiteX121" fmla="*/ 4646522 w 9637211"/>
              <a:gd name="connsiteY121" fmla="*/ 1482013 h 1649863"/>
              <a:gd name="connsiteX122" fmla="*/ 4556001 w 9637211"/>
              <a:gd name="connsiteY122" fmla="*/ 1483554 h 1649863"/>
              <a:gd name="connsiteX123" fmla="*/ 4522761 w 9637211"/>
              <a:gd name="connsiteY123" fmla="*/ 1489236 h 1649863"/>
              <a:gd name="connsiteX124" fmla="*/ 4438228 w 9637211"/>
              <a:gd name="connsiteY124" fmla="*/ 1493782 h 1649863"/>
              <a:gd name="connsiteX125" fmla="*/ 4362305 w 9637211"/>
              <a:gd name="connsiteY125" fmla="*/ 1495088 h 1649863"/>
              <a:gd name="connsiteX126" fmla="*/ 4289278 w 9637211"/>
              <a:gd name="connsiteY126" fmla="*/ 1499864 h 1649863"/>
              <a:gd name="connsiteX127" fmla="*/ 4237236 w 9637211"/>
              <a:gd name="connsiteY127" fmla="*/ 1507551 h 1649863"/>
              <a:gd name="connsiteX128" fmla="*/ 4180626 w 9637211"/>
              <a:gd name="connsiteY128" fmla="*/ 1513420 h 1649863"/>
              <a:gd name="connsiteX129" fmla="*/ 4025047 w 9637211"/>
              <a:gd name="connsiteY129" fmla="*/ 1539594 h 1649863"/>
              <a:gd name="connsiteX130" fmla="*/ 3995866 w 9637211"/>
              <a:gd name="connsiteY130" fmla="*/ 1536451 h 1649863"/>
              <a:gd name="connsiteX131" fmla="*/ 3831212 w 9637211"/>
              <a:gd name="connsiteY131" fmla="*/ 1540151 h 1649863"/>
              <a:gd name="connsiteX132" fmla="*/ 3795461 w 9637211"/>
              <a:gd name="connsiteY132" fmla="*/ 1542189 h 1649863"/>
              <a:gd name="connsiteX133" fmla="*/ 3698543 w 9637211"/>
              <a:gd name="connsiteY133" fmla="*/ 1528342 h 1649863"/>
              <a:gd name="connsiteX134" fmla="*/ 3551836 w 9637211"/>
              <a:gd name="connsiteY134" fmla="*/ 1564762 h 1649863"/>
              <a:gd name="connsiteX135" fmla="*/ 3415003 w 9637211"/>
              <a:gd name="connsiteY135" fmla="*/ 1608081 h 1649863"/>
              <a:gd name="connsiteX136" fmla="*/ 3397737 w 9637211"/>
              <a:gd name="connsiteY136" fmla="*/ 1613622 h 1649863"/>
              <a:gd name="connsiteX137" fmla="*/ 3348360 w 9637211"/>
              <a:gd name="connsiteY137" fmla="*/ 1624007 h 1649863"/>
              <a:gd name="connsiteX138" fmla="*/ 3286876 w 9637211"/>
              <a:gd name="connsiteY138" fmla="*/ 1629796 h 1649863"/>
              <a:gd name="connsiteX139" fmla="*/ 3247932 w 9637211"/>
              <a:gd name="connsiteY139" fmla="*/ 1635832 h 1649863"/>
              <a:gd name="connsiteX140" fmla="*/ 3244999 w 9637211"/>
              <a:gd name="connsiteY140" fmla="*/ 1636180 h 1649863"/>
              <a:gd name="connsiteX141" fmla="*/ 3184484 w 9637211"/>
              <a:gd name="connsiteY141" fmla="*/ 1639097 h 1649863"/>
              <a:gd name="connsiteX142" fmla="*/ 3177540 w 9637211"/>
              <a:gd name="connsiteY142" fmla="*/ 1638715 h 1649863"/>
              <a:gd name="connsiteX143" fmla="*/ 3146060 w 9637211"/>
              <a:gd name="connsiteY143" fmla="*/ 1634857 h 1649863"/>
              <a:gd name="connsiteX144" fmla="*/ 3057965 w 9637211"/>
              <a:gd name="connsiteY144" fmla="*/ 1626236 h 1649863"/>
              <a:gd name="connsiteX145" fmla="*/ 2974961 w 9637211"/>
              <a:gd name="connsiteY145" fmla="*/ 1617995 h 1649863"/>
              <a:gd name="connsiteX146" fmla="*/ 2949608 w 9637211"/>
              <a:gd name="connsiteY146" fmla="*/ 1633655 h 1649863"/>
              <a:gd name="connsiteX147" fmla="*/ 2909973 w 9637211"/>
              <a:gd name="connsiteY147" fmla="*/ 1648121 h 1649863"/>
              <a:gd name="connsiteX148" fmla="*/ 2864542 w 9637211"/>
              <a:gd name="connsiteY148" fmla="*/ 1635245 h 1649863"/>
              <a:gd name="connsiteX149" fmla="*/ 2758460 w 9637211"/>
              <a:gd name="connsiteY149" fmla="*/ 1609130 h 1649863"/>
              <a:gd name="connsiteX150" fmla="*/ 2692301 w 9637211"/>
              <a:gd name="connsiteY150" fmla="*/ 1610905 h 1649863"/>
              <a:gd name="connsiteX151" fmla="*/ 2548009 w 9637211"/>
              <a:gd name="connsiteY151" fmla="*/ 1604522 h 1649863"/>
              <a:gd name="connsiteX152" fmla="*/ 2453210 w 9637211"/>
              <a:gd name="connsiteY152" fmla="*/ 1590103 h 1649863"/>
              <a:gd name="connsiteX153" fmla="*/ 2384726 w 9637211"/>
              <a:gd name="connsiteY153" fmla="*/ 1571904 h 1649863"/>
              <a:gd name="connsiteX154" fmla="*/ 2286765 w 9637211"/>
              <a:gd name="connsiteY154" fmla="*/ 1548534 h 1649863"/>
              <a:gd name="connsiteX155" fmla="*/ 2189064 w 9637211"/>
              <a:gd name="connsiteY155" fmla="*/ 1538649 h 1649863"/>
              <a:gd name="connsiteX156" fmla="*/ 2118010 w 9637211"/>
              <a:gd name="connsiteY156" fmla="*/ 1523712 h 1649863"/>
              <a:gd name="connsiteX157" fmla="*/ 2031682 w 9637211"/>
              <a:gd name="connsiteY157" fmla="*/ 1515318 h 1649863"/>
              <a:gd name="connsiteX158" fmla="*/ 1959737 w 9637211"/>
              <a:gd name="connsiteY158" fmla="*/ 1518317 h 1649863"/>
              <a:gd name="connsiteX159" fmla="*/ 1847100 w 9637211"/>
              <a:gd name="connsiteY159" fmla="*/ 1525944 h 1649863"/>
              <a:gd name="connsiteX160" fmla="*/ 1707262 w 9637211"/>
              <a:gd name="connsiteY160" fmla="*/ 1494706 h 1649863"/>
              <a:gd name="connsiteX161" fmla="*/ 1651067 w 9637211"/>
              <a:gd name="connsiteY161" fmla="*/ 1488939 h 1649863"/>
              <a:gd name="connsiteX162" fmla="*/ 1598392 w 9637211"/>
              <a:gd name="connsiteY162" fmla="*/ 1487556 h 1649863"/>
              <a:gd name="connsiteX163" fmla="*/ 1485796 w 9637211"/>
              <a:gd name="connsiteY163" fmla="*/ 1467717 h 1649863"/>
              <a:gd name="connsiteX164" fmla="*/ 1440105 w 9637211"/>
              <a:gd name="connsiteY164" fmla="*/ 1461600 h 1649863"/>
              <a:gd name="connsiteX165" fmla="*/ 1376742 w 9637211"/>
              <a:gd name="connsiteY165" fmla="*/ 1464813 h 1649863"/>
              <a:gd name="connsiteX166" fmla="*/ 1260914 w 9637211"/>
              <a:gd name="connsiteY166" fmla="*/ 1458783 h 1649863"/>
              <a:gd name="connsiteX167" fmla="*/ 1144209 w 9637211"/>
              <a:gd name="connsiteY167" fmla="*/ 1430510 h 1649863"/>
              <a:gd name="connsiteX168" fmla="*/ 1095577 w 9637211"/>
              <a:gd name="connsiteY168" fmla="*/ 1436151 h 1649863"/>
              <a:gd name="connsiteX169" fmla="*/ 1078045 w 9637211"/>
              <a:gd name="connsiteY169" fmla="*/ 1436212 h 1649863"/>
              <a:gd name="connsiteX170" fmla="*/ 919891 w 9637211"/>
              <a:gd name="connsiteY170" fmla="*/ 1425160 h 1649863"/>
              <a:gd name="connsiteX171" fmla="*/ 904047 w 9637211"/>
              <a:gd name="connsiteY171" fmla="*/ 1423883 h 1649863"/>
              <a:gd name="connsiteX172" fmla="*/ 829382 w 9637211"/>
              <a:gd name="connsiteY172" fmla="*/ 1410847 h 1649863"/>
              <a:gd name="connsiteX173" fmla="*/ 642661 w 9637211"/>
              <a:gd name="connsiteY173" fmla="*/ 1409490 h 1649863"/>
              <a:gd name="connsiteX174" fmla="*/ 631134 w 9637211"/>
              <a:gd name="connsiteY174" fmla="*/ 1408791 h 1649863"/>
              <a:gd name="connsiteX175" fmla="*/ 569136 w 9637211"/>
              <a:gd name="connsiteY175" fmla="*/ 1420097 h 1649863"/>
              <a:gd name="connsiteX176" fmla="*/ 538796 w 9637211"/>
              <a:gd name="connsiteY176" fmla="*/ 1433330 h 1649863"/>
              <a:gd name="connsiteX177" fmla="*/ 491177 w 9637211"/>
              <a:gd name="connsiteY177" fmla="*/ 1447867 h 1649863"/>
              <a:gd name="connsiteX178" fmla="*/ 442411 w 9637211"/>
              <a:gd name="connsiteY178" fmla="*/ 1454770 h 1649863"/>
              <a:gd name="connsiteX179" fmla="*/ 359296 w 9637211"/>
              <a:gd name="connsiteY179" fmla="*/ 1440257 h 1649863"/>
              <a:gd name="connsiteX180" fmla="*/ 329271 w 9637211"/>
              <a:gd name="connsiteY180" fmla="*/ 1439821 h 1649863"/>
              <a:gd name="connsiteX181" fmla="*/ 262167 w 9637211"/>
              <a:gd name="connsiteY181" fmla="*/ 1434111 h 1649863"/>
              <a:gd name="connsiteX182" fmla="*/ 203882 w 9637211"/>
              <a:gd name="connsiteY182" fmla="*/ 1437548 h 1649863"/>
              <a:gd name="connsiteX183" fmla="*/ 157723 w 9637211"/>
              <a:gd name="connsiteY183" fmla="*/ 1454055 h 1649863"/>
              <a:gd name="connsiteX184" fmla="*/ 89823 w 9637211"/>
              <a:gd name="connsiteY184" fmla="*/ 1460153 h 1649863"/>
              <a:gd name="connsiteX185" fmla="*/ 45393 w 9637211"/>
              <a:gd name="connsiteY185" fmla="*/ 1451938 h 1649863"/>
              <a:gd name="connsiteX186" fmla="*/ 36385 w 9637211"/>
              <a:gd name="connsiteY186" fmla="*/ 1450960 h 1649863"/>
              <a:gd name="connsiteX187" fmla="*/ 0 w 9637211"/>
              <a:gd name="connsiteY187" fmla="*/ 1452514 h 164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9637211" h="1649863">
                <a:moveTo>
                  <a:pt x="2468659" y="1380297"/>
                </a:moveTo>
                <a:lnTo>
                  <a:pt x="2460722" y="1390272"/>
                </a:lnTo>
                <a:cubicBezTo>
                  <a:pt x="2456661" y="1396980"/>
                  <a:pt x="2451818" y="1402354"/>
                  <a:pt x="2446257" y="1406498"/>
                </a:cubicBezTo>
                <a:lnTo>
                  <a:pt x="2427494" y="1415356"/>
                </a:lnTo>
                <a:cubicBezTo>
                  <a:pt x="2441349" y="1411764"/>
                  <a:pt x="2452601" y="1403689"/>
                  <a:pt x="2460722" y="1390272"/>
                </a:cubicBezTo>
                <a:close/>
                <a:moveTo>
                  <a:pt x="5731745" y="1360489"/>
                </a:moveTo>
                <a:lnTo>
                  <a:pt x="5698179" y="1367442"/>
                </a:lnTo>
                <a:lnTo>
                  <a:pt x="5715901" y="1365274"/>
                </a:lnTo>
                <a:cubicBezTo>
                  <a:pt x="5721750" y="1364345"/>
                  <a:pt x="5727285" y="1362979"/>
                  <a:pt x="5731745" y="1360489"/>
                </a:cubicBezTo>
                <a:close/>
                <a:moveTo>
                  <a:pt x="5503859" y="1324849"/>
                </a:moveTo>
                <a:lnTo>
                  <a:pt x="5516994" y="1333353"/>
                </a:lnTo>
                <a:lnTo>
                  <a:pt x="5516994" y="1333352"/>
                </a:lnTo>
                <a:close/>
                <a:moveTo>
                  <a:pt x="4720031" y="1268958"/>
                </a:moveTo>
                <a:lnTo>
                  <a:pt x="4749955" y="1273114"/>
                </a:lnTo>
                <a:lnTo>
                  <a:pt x="4767388" y="1277477"/>
                </a:lnTo>
                <a:lnTo>
                  <a:pt x="4767531" y="1277513"/>
                </a:lnTo>
                <a:lnTo>
                  <a:pt x="4782965" y="1281578"/>
                </a:lnTo>
                <a:lnTo>
                  <a:pt x="4784809" y="1281832"/>
                </a:lnTo>
                <a:lnTo>
                  <a:pt x="4790792" y="1283327"/>
                </a:lnTo>
                <a:cubicBezTo>
                  <a:pt x="4798641" y="1284916"/>
                  <a:pt x="4806563" y="1285965"/>
                  <a:pt x="4814638" y="1285937"/>
                </a:cubicBezTo>
                <a:lnTo>
                  <a:pt x="4784809" y="1281832"/>
                </a:lnTo>
                <a:lnTo>
                  <a:pt x="4767531" y="1277513"/>
                </a:lnTo>
                <a:lnTo>
                  <a:pt x="4751799" y="1273370"/>
                </a:lnTo>
                <a:lnTo>
                  <a:pt x="4749955" y="1273114"/>
                </a:lnTo>
                <a:lnTo>
                  <a:pt x="4743957" y="1271612"/>
                </a:lnTo>
                <a:cubicBezTo>
                  <a:pt x="4736090" y="1270013"/>
                  <a:pt x="4728141" y="1268949"/>
                  <a:pt x="4720031" y="1268958"/>
                </a:cubicBezTo>
                <a:close/>
                <a:moveTo>
                  <a:pt x="3276840" y="1263985"/>
                </a:moveTo>
                <a:cubicBezTo>
                  <a:pt x="3292849" y="1276789"/>
                  <a:pt x="3310250" y="1281089"/>
                  <a:pt x="3328341" y="1281473"/>
                </a:cubicBezTo>
                <a:lnTo>
                  <a:pt x="3301810" y="1277386"/>
                </a:lnTo>
                <a:cubicBezTo>
                  <a:pt x="3293198" y="1274663"/>
                  <a:pt x="3284847" y="1270386"/>
                  <a:pt x="3276840" y="1263985"/>
                </a:cubicBezTo>
                <a:close/>
                <a:moveTo>
                  <a:pt x="3519760" y="1250994"/>
                </a:moveTo>
                <a:cubicBezTo>
                  <a:pt x="3514125" y="1250064"/>
                  <a:pt x="3508615" y="1250202"/>
                  <a:pt x="3503255" y="1251147"/>
                </a:cubicBezTo>
                <a:lnTo>
                  <a:pt x="3519760" y="1250994"/>
                </a:lnTo>
                <a:cubicBezTo>
                  <a:pt x="3525393" y="1251924"/>
                  <a:pt x="3531152" y="1253922"/>
                  <a:pt x="3537011" y="1257249"/>
                </a:cubicBezTo>
                <a:cubicBezTo>
                  <a:pt x="3531153" y="1253922"/>
                  <a:pt x="3525394" y="1251924"/>
                  <a:pt x="3519760" y="1250994"/>
                </a:cubicBezTo>
                <a:close/>
                <a:moveTo>
                  <a:pt x="5038723" y="1229019"/>
                </a:moveTo>
                <a:cubicBezTo>
                  <a:pt x="5028630" y="1228971"/>
                  <a:pt x="5018835" y="1229777"/>
                  <a:pt x="5009340" y="1231627"/>
                </a:cubicBezTo>
                <a:lnTo>
                  <a:pt x="5069905" y="1231533"/>
                </a:lnTo>
                <a:cubicBezTo>
                  <a:pt x="5059212" y="1229968"/>
                  <a:pt x="5048818" y="1229067"/>
                  <a:pt x="5038723" y="1229019"/>
                </a:cubicBezTo>
                <a:close/>
                <a:moveTo>
                  <a:pt x="6274350" y="1198579"/>
                </a:moveTo>
                <a:lnTo>
                  <a:pt x="6274350" y="1198580"/>
                </a:lnTo>
                <a:lnTo>
                  <a:pt x="6299734" y="1215874"/>
                </a:lnTo>
                <a:cubicBezTo>
                  <a:pt x="6292882" y="1211182"/>
                  <a:pt x="6285837" y="1206500"/>
                  <a:pt x="6274350" y="1198579"/>
                </a:cubicBezTo>
                <a:close/>
                <a:moveTo>
                  <a:pt x="284014" y="1083637"/>
                </a:moveTo>
                <a:lnTo>
                  <a:pt x="274455" y="1086842"/>
                </a:lnTo>
                <a:lnTo>
                  <a:pt x="233501" y="1096794"/>
                </a:lnTo>
                <a:lnTo>
                  <a:pt x="274456" y="1086842"/>
                </a:lnTo>
                <a:close/>
                <a:moveTo>
                  <a:pt x="691166" y="1081917"/>
                </a:moveTo>
                <a:cubicBezTo>
                  <a:pt x="686005" y="1082970"/>
                  <a:pt x="680596" y="1084918"/>
                  <a:pt x="677191" y="1087044"/>
                </a:cubicBezTo>
                <a:cubicBezTo>
                  <a:pt x="660788" y="1097408"/>
                  <a:pt x="646181" y="1105351"/>
                  <a:pt x="632391" y="1110922"/>
                </a:cubicBezTo>
                <a:cubicBezTo>
                  <a:pt x="646181" y="1105351"/>
                  <a:pt x="660789" y="1097408"/>
                  <a:pt x="677192" y="1087044"/>
                </a:cubicBezTo>
                <a:close/>
                <a:moveTo>
                  <a:pt x="428044" y="1067823"/>
                </a:moveTo>
                <a:cubicBezTo>
                  <a:pt x="446919" y="1068326"/>
                  <a:pt x="465868" y="1068118"/>
                  <a:pt x="479634" y="1077452"/>
                </a:cubicBezTo>
                <a:cubicBezTo>
                  <a:pt x="465869" y="1068118"/>
                  <a:pt x="446919" y="1068326"/>
                  <a:pt x="428044" y="1067823"/>
                </a:cubicBezTo>
                <a:close/>
                <a:moveTo>
                  <a:pt x="7445292" y="757632"/>
                </a:moveTo>
                <a:cubicBezTo>
                  <a:pt x="7451720" y="761638"/>
                  <a:pt x="7458880" y="765687"/>
                  <a:pt x="7466390" y="768915"/>
                </a:cubicBezTo>
                <a:lnTo>
                  <a:pt x="7474827" y="771226"/>
                </a:lnTo>
                <a:lnTo>
                  <a:pt x="7466391" y="768915"/>
                </a:lnTo>
                <a:cubicBezTo>
                  <a:pt x="7458880" y="765687"/>
                  <a:pt x="7451720" y="761638"/>
                  <a:pt x="7445292" y="757632"/>
                </a:cubicBezTo>
                <a:close/>
                <a:moveTo>
                  <a:pt x="0" y="0"/>
                </a:moveTo>
                <a:lnTo>
                  <a:pt x="9637211" y="0"/>
                </a:lnTo>
                <a:lnTo>
                  <a:pt x="9583319" y="32146"/>
                </a:lnTo>
                <a:cubicBezTo>
                  <a:pt x="9545773" y="53573"/>
                  <a:pt x="9512012" y="76700"/>
                  <a:pt x="9493665" y="112426"/>
                </a:cubicBezTo>
                <a:cubicBezTo>
                  <a:pt x="9485465" y="128200"/>
                  <a:pt x="9473638" y="145563"/>
                  <a:pt x="9457156" y="155303"/>
                </a:cubicBezTo>
                <a:cubicBezTo>
                  <a:pt x="9433664" y="169148"/>
                  <a:pt x="9403364" y="175160"/>
                  <a:pt x="9377643" y="187228"/>
                </a:cubicBezTo>
                <a:cubicBezTo>
                  <a:pt x="9347347" y="201400"/>
                  <a:pt x="9312111" y="214085"/>
                  <a:pt x="9292088" y="235295"/>
                </a:cubicBezTo>
                <a:cubicBezTo>
                  <a:pt x="9274297" y="254202"/>
                  <a:pt x="9256121" y="269202"/>
                  <a:pt x="9231985" y="281821"/>
                </a:cubicBezTo>
                <a:cubicBezTo>
                  <a:pt x="9215069" y="290641"/>
                  <a:pt x="9202945" y="305820"/>
                  <a:pt x="9185378" y="313259"/>
                </a:cubicBezTo>
                <a:cubicBezTo>
                  <a:pt x="9162280" y="323162"/>
                  <a:pt x="9138896" y="331194"/>
                  <a:pt x="9118948" y="345810"/>
                </a:cubicBezTo>
                <a:cubicBezTo>
                  <a:pt x="9098245" y="360931"/>
                  <a:pt x="9074484" y="373219"/>
                  <a:pt x="9052763" y="387450"/>
                </a:cubicBezTo>
                <a:cubicBezTo>
                  <a:pt x="9041247" y="395066"/>
                  <a:pt x="9031971" y="404773"/>
                  <a:pt x="9020858" y="412686"/>
                </a:cubicBezTo>
                <a:cubicBezTo>
                  <a:pt x="9000514" y="427162"/>
                  <a:pt x="8979766" y="441345"/>
                  <a:pt x="8958799" y="455068"/>
                </a:cubicBezTo>
                <a:cubicBezTo>
                  <a:pt x="8937836" y="468792"/>
                  <a:pt x="8917940" y="484502"/>
                  <a:pt x="8894669" y="494884"/>
                </a:cubicBezTo>
                <a:cubicBezTo>
                  <a:pt x="8854995" y="512490"/>
                  <a:pt x="8811321" y="524012"/>
                  <a:pt x="8772871" y="542815"/>
                </a:cubicBezTo>
                <a:cubicBezTo>
                  <a:pt x="8733852" y="561958"/>
                  <a:pt x="8697379" y="585375"/>
                  <a:pt x="8663102" y="609939"/>
                </a:cubicBezTo>
                <a:cubicBezTo>
                  <a:pt x="8635978" y="629295"/>
                  <a:pt x="8610598" y="648411"/>
                  <a:pt x="8575858" y="659344"/>
                </a:cubicBezTo>
                <a:cubicBezTo>
                  <a:pt x="8556476" y="665459"/>
                  <a:pt x="8536416" y="677725"/>
                  <a:pt x="8525191" y="691449"/>
                </a:cubicBezTo>
                <a:cubicBezTo>
                  <a:pt x="8500912" y="721337"/>
                  <a:pt x="8469036" y="743120"/>
                  <a:pt x="8432740" y="762134"/>
                </a:cubicBezTo>
                <a:cubicBezTo>
                  <a:pt x="8384287" y="787695"/>
                  <a:pt x="8336442" y="813700"/>
                  <a:pt x="8287775" y="838802"/>
                </a:cubicBezTo>
                <a:cubicBezTo>
                  <a:pt x="8259073" y="853684"/>
                  <a:pt x="8230604" y="869336"/>
                  <a:pt x="8199975" y="880700"/>
                </a:cubicBezTo>
                <a:cubicBezTo>
                  <a:pt x="8137395" y="904120"/>
                  <a:pt x="8073115" y="924637"/>
                  <a:pt x="8009879" y="946676"/>
                </a:cubicBezTo>
                <a:cubicBezTo>
                  <a:pt x="7989181" y="953793"/>
                  <a:pt x="7969777" y="963518"/>
                  <a:pt x="7948650" y="969872"/>
                </a:cubicBezTo>
                <a:cubicBezTo>
                  <a:pt x="7925797" y="976781"/>
                  <a:pt x="7901001" y="979703"/>
                  <a:pt x="7878149" y="986611"/>
                </a:cubicBezTo>
                <a:cubicBezTo>
                  <a:pt x="7840120" y="998017"/>
                  <a:pt x="7803387" y="1012030"/>
                  <a:pt x="7765368" y="1023592"/>
                </a:cubicBezTo>
                <a:cubicBezTo>
                  <a:pt x="7692011" y="1045805"/>
                  <a:pt x="7618421" y="1067243"/>
                  <a:pt x="7544827" y="1088525"/>
                </a:cubicBezTo>
                <a:cubicBezTo>
                  <a:pt x="7529069" y="1093051"/>
                  <a:pt x="7511791" y="1094355"/>
                  <a:pt x="7496243" y="1099185"/>
                </a:cubicBezTo>
                <a:cubicBezTo>
                  <a:pt x="7454978" y="1112160"/>
                  <a:pt x="7413953" y="1126064"/>
                  <a:pt x="7373131" y="1140118"/>
                </a:cubicBezTo>
                <a:cubicBezTo>
                  <a:pt x="7348411" y="1148686"/>
                  <a:pt x="7324355" y="1158947"/>
                  <a:pt x="7299425" y="1167211"/>
                </a:cubicBezTo>
                <a:cubicBezTo>
                  <a:pt x="7279481" y="1173822"/>
                  <a:pt x="7258894" y="1179208"/>
                  <a:pt x="7238066" y="1183666"/>
                </a:cubicBezTo>
                <a:cubicBezTo>
                  <a:pt x="7220132" y="1187513"/>
                  <a:pt x="7201262" y="1188107"/>
                  <a:pt x="7183552" y="1192571"/>
                </a:cubicBezTo>
                <a:cubicBezTo>
                  <a:pt x="7135617" y="1204612"/>
                  <a:pt x="7088328" y="1217878"/>
                  <a:pt x="7040813" y="1230525"/>
                </a:cubicBezTo>
                <a:cubicBezTo>
                  <a:pt x="7021767" y="1235524"/>
                  <a:pt x="7002277" y="1239447"/>
                  <a:pt x="6983864" y="1245513"/>
                </a:cubicBezTo>
                <a:cubicBezTo>
                  <a:pt x="6934564" y="1261544"/>
                  <a:pt x="6886133" y="1279414"/>
                  <a:pt x="6836601" y="1294672"/>
                </a:cubicBezTo>
                <a:cubicBezTo>
                  <a:pt x="6795516" y="1307324"/>
                  <a:pt x="6753122" y="1317057"/>
                  <a:pt x="6711393" y="1328485"/>
                </a:cubicBezTo>
                <a:cubicBezTo>
                  <a:pt x="6693705" y="1333419"/>
                  <a:pt x="6676878" y="1340036"/>
                  <a:pt x="6659164" y="1344343"/>
                </a:cubicBezTo>
                <a:cubicBezTo>
                  <a:pt x="6619497" y="1354102"/>
                  <a:pt x="6579188" y="1362635"/>
                  <a:pt x="6539327" y="1372405"/>
                </a:cubicBezTo>
                <a:cubicBezTo>
                  <a:pt x="6516609" y="1378051"/>
                  <a:pt x="6494842" y="1387262"/>
                  <a:pt x="6471659" y="1391362"/>
                </a:cubicBezTo>
                <a:cubicBezTo>
                  <a:pt x="6416600" y="1401077"/>
                  <a:pt x="6361053" y="1408777"/>
                  <a:pt x="6305536" y="1417103"/>
                </a:cubicBezTo>
                <a:cubicBezTo>
                  <a:pt x="6248279" y="1425669"/>
                  <a:pt x="6191229" y="1434541"/>
                  <a:pt x="6133939" y="1442481"/>
                </a:cubicBezTo>
                <a:cubicBezTo>
                  <a:pt x="6102579" y="1446662"/>
                  <a:pt x="6070917" y="1448658"/>
                  <a:pt x="6039547" y="1452681"/>
                </a:cubicBezTo>
                <a:cubicBezTo>
                  <a:pt x="6012050" y="1456206"/>
                  <a:pt x="5984839" y="1461597"/>
                  <a:pt x="5957366" y="1465590"/>
                </a:cubicBezTo>
                <a:cubicBezTo>
                  <a:pt x="5933562" y="1468934"/>
                  <a:pt x="5909518" y="1471349"/>
                  <a:pt x="5885715" y="1474694"/>
                </a:cubicBezTo>
                <a:cubicBezTo>
                  <a:pt x="5847596" y="1480140"/>
                  <a:pt x="5809691" y="1486048"/>
                  <a:pt x="5771774" y="1491643"/>
                </a:cubicBezTo>
                <a:cubicBezTo>
                  <a:pt x="5755903" y="1493820"/>
                  <a:pt x="5739373" y="1498540"/>
                  <a:pt x="5724294" y="1496914"/>
                </a:cubicBezTo>
                <a:cubicBezTo>
                  <a:pt x="5686295" y="1492781"/>
                  <a:pt x="5649250" y="1496294"/>
                  <a:pt x="5611931" y="1502173"/>
                </a:cubicBezTo>
                <a:cubicBezTo>
                  <a:pt x="5599171" y="1504201"/>
                  <a:pt x="5585354" y="1504553"/>
                  <a:pt x="5572785" y="1502492"/>
                </a:cubicBezTo>
                <a:cubicBezTo>
                  <a:pt x="5547064" y="1498394"/>
                  <a:pt x="5522015" y="1492069"/>
                  <a:pt x="5496622" y="1486703"/>
                </a:cubicBezTo>
                <a:cubicBezTo>
                  <a:pt x="5493862" y="1486051"/>
                  <a:pt x="5490551" y="1486053"/>
                  <a:pt x="5487614" y="1485725"/>
                </a:cubicBezTo>
                <a:cubicBezTo>
                  <a:pt x="5470960" y="1483859"/>
                  <a:pt x="5454506" y="1481984"/>
                  <a:pt x="5437869" y="1480432"/>
                </a:cubicBezTo>
                <a:cubicBezTo>
                  <a:pt x="5428868" y="1479610"/>
                  <a:pt x="5419725" y="1479895"/>
                  <a:pt x="5410729" y="1479229"/>
                </a:cubicBezTo>
                <a:cubicBezTo>
                  <a:pt x="5375917" y="1476513"/>
                  <a:pt x="5338174" y="1485709"/>
                  <a:pt x="5307325" y="1468207"/>
                </a:cubicBezTo>
                <a:cubicBezTo>
                  <a:pt x="5287297" y="1456930"/>
                  <a:pt x="5268577" y="1460658"/>
                  <a:pt x="5247871" y="1463540"/>
                </a:cubicBezTo>
                <a:cubicBezTo>
                  <a:pt x="5232193" y="1465707"/>
                  <a:pt x="5216035" y="1466016"/>
                  <a:pt x="5200105" y="1466942"/>
                </a:cubicBezTo>
                <a:cubicBezTo>
                  <a:pt x="5172135" y="1468759"/>
                  <a:pt x="5144152" y="1470266"/>
                  <a:pt x="5116199" y="1472398"/>
                </a:cubicBezTo>
                <a:cubicBezTo>
                  <a:pt x="5107270" y="1473142"/>
                  <a:pt x="5098326" y="1477498"/>
                  <a:pt x="5089547" y="1477294"/>
                </a:cubicBezTo>
                <a:cubicBezTo>
                  <a:pt x="5048970" y="1476267"/>
                  <a:pt x="5008312" y="1473519"/>
                  <a:pt x="4967752" y="1472806"/>
                </a:cubicBezTo>
                <a:cubicBezTo>
                  <a:pt x="4944740" y="1472347"/>
                  <a:pt x="4921363" y="1476454"/>
                  <a:pt x="4898514" y="1475359"/>
                </a:cubicBezTo>
                <a:cubicBezTo>
                  <a:pt x="4872154" y="1474119"/>
                  <a:pt x="4846185" y="1468937"/>
                  <a:pt x="4819948" y="1466277"/>
                </a:cubicBezTo>
                <a:cubicBezTo>
                  <a:pt x="4812704" y="1465529"/>
                  <a:pt x="4804802" y="1467322"/>
                  <a:pt x="4797235" y="1467999"/>
                </a:cubicBezTo>
                <a:cubicBezTo>
                  <a:pt x="4788699" y="1468726"/>
                  <a:pt x="4780369" y="1469755"/>
                  <a:pt x="4771823" y="1470324"/>
                </a:cubicBezTo>
                <a:cubicBezTo>
                  <a:pt x="4745790" y="1471894"/>
                  <a:pt x="4719721" y="1472679"/>
                  <a:pt x="4693726" y="1475031"/>
                </a:cubicBezTo>
                <a:cubicBezTo>
                  <a:pt x="4677818" y="1476425"/>
                  <a:pt x="4661410" y="1483651"/>
                  <a:pt x="4646522" y="1482013"/>
                </a:cubicBezTo>
                <a:cubicBezTo>
                  <a:pt x="4616175" y="1478927"/>
                  <a:pt x="4586536" y="1490556"/>
                  <a:pt x="4556001" y="1483554"/>
                </a:cubicBezTo>
                <a:cubicBezTo>
                  <a:pt x="4546547" y="1481499"/>
                  <a:pt x="4534022" y="1488380"/>
                  <a:pt x="4522761" y="1489236"/>
                </a:cubicBezTo>
                <a:cubicBezTo>
                  <a:pt x="4494612" y="1491377"/>
                  <a:pt x="4466422" y="1492580"/>
                  <a:pt x="4438228" y="1493782"/>
                </a:cubicBezTo>
                <a:cubicBezTo>
                  <a:pt x="4412951" y="1494844"/>
                  <a:pt x="4386813" y="1498301"/>
                  <a:pt x="4362305" y="1495088"/>
                </a:cubicBezTo>
                <a:cubicBezTo>
                  <a:pt x="4336613" y="1491619"/>
                  <a:pt x="4313708" y="1493351"/>
                  <a:pt x="4289278" y="1499864"/>
                </a:cubicBezTo>
                <a:cubicBezTo>
                  <a:pt x="4272539" y="1504281"/>
                  <a:pt x="4254677" y="1505613"/>
                  <a:pt x="4237236" y="1507551"/>
                </a:cubicBezTo>
                <a:cubicBezTo>
                  <a:pt x="4218443" y="1509712"/>
                  <a:pt x="4197483" y="1507428"/>
                  <a:pt x="4180626" y="1513420"/>
                </a:cubicBezTo>
                <a:cubicBezTo>
                  <a:pt x="4130437" y="1531219"/>
                  <a:pt x="4078308" y="1537027"/>
                  <a:pt x="4025047" y="1539594"/>
                </a:cubicBezTo>
                <a:cubicBezTo>
                  <a:pt x="4015328" y="1540063"/>
                  <a:pt x="4005307" y="1538350"/>
                  <a:pt x="3995866" y="1536451"/>
                </a:cubicBezTo>
                <a:cubicBezTo>
                  <a:pt x="3940757" y="1524983"/>
                  <a:pt x="3886195" y="1528868"/>
                  <a:pt x="3831212" y="1540151"/>
                </a:cubicBezTo>
                <a:cubicBezTo>
                  <a:pt x="3819833" y="1542583"/>
                  <a:pt x="3807019" y="1543514"/>
                  <a:pt x="3795461" y="1542189"/>
                </a:cubicBezTo>
                <a:cubicBezTo>
                  <a:pt x="3762927" y="1538264"/>
                  <a:pt x="3731194" y="1530691"/>
                  <a:pt x="3698543" y="1528342"/>
                </a:cubicBezTo>
                <a:cubicBezTo>
                  <a:pt x="3644585" y="1524508"/>
                  <a:pt x="3599168" y="1548354"/>
                  <a:pt x="3551836" y="1564762"/>
                </a:cubicBezTo>
                <a:cubicBezTo>
                  <a:pt x="3506795" y="1580273"/>
                  <a:pt x="3469370" y="1612209"/>
                  <a:pt x="3415003" y="1608081"/>
                </a:cubicBezTo>
                <a:cubicBezTo>
                  <a:pt x="3409532" y="1607717"/>
                  <a:pt x="3403709" y="1612236"/>
                  <a:pt x="3397737" y="1613622"/>
                </a:cubicBezTo>
                <a:cubicBezTo>
                  <a:pt x="3381358" y="1617394"/>
                  <a:pt x="3365010" y="1621790"/>
                  <a:pt x="3348360" y="1624007"/>
                </a:cubicBezTo>
                <a:cubicBezTo>
                  <a:pt x="3328041" y="1626870"/>
                  <a:pt x="3307211" y="1627247"/>
                  <a:pt x="3286876" y="1629796"/>
                </a:cubicBezTo>
                <a:cubicBezTo>
                  <a:pt x="3273801" y="1631368"/>
                  <a:pt x="3260860" y="1633717"/>
                  <a:pt x="3247932" y="1635832"/>
                </a:cubicBezTo>
                <a:lnTo>
                  <a:pt x="3244999" y="1636180"/>
                </a:lnTo>
                <a:lnTo>
                  <a:pt x="3184484" y="1639097"/>
                </a:lnTo>
                <a:lnTo>
                  <a:pt x="3177540" y="1638715"/>
                </a:lnTo>
                <a:cubicBezTo>
                  <a:pt x="3167030" y="1637417"/>
                  <a:pt x="3156526" y="1635766"/>
                  <a:pt x="3146060" y="1634857"/>
                </a:cubicBezTo>
                <a:cubicBezTo>
                  <a:pt x="3116518" y="1632358"/>
                  <a:pt x="3084302" y="1635010"/>
                  <a:pt x="3057965" y="1626236"/>
                </a:cubicBezTo>
                <a:cubicBezTo>
                  <a:pt x="3029852" y="1616919"/>
                  <a:pt x="3003375" y="1613330"/>
                  <a:pt x="2974961" y="1617995"/>
                </a:cubicBezTo>
                <a:cubicBezTo>
                  <a:pt x="2965488" y="1619550"/>
                  <a:pt x="2953558" y="1626717"/>
                  <a:pt x="2949608" y="1633655"/>
                </a:cubicBezTo>
                <a:cubicBezTo>
                  <a:pt x="2940805" y="1649145"/>
                  <a:pt x="2927912" y="1652436"/>
                  <a:pt x="2909973" y="1648121"/>
                </a:cubicBezTo>
                <a:cubicBezTo>
                  <a:pt x="2894404" y="1644476"/>
                  <a:pt x="2875446" y="1643195"/>
                  <a:pt x="2864542" y="1635245"/>
                </a:cubicBezTo>
                <a:cubicBezTo>
                  <a:pt x="2833644" y="1612724"/>
                  <a:pt x="2795701" y="1613769"/>
                  <a:pt x="2758460" y="1609130"/>
                </a:cubicBezTo>
                <a:cubicBezTo>
                  <a:pt x="2735725" y="1606301"/>
                  <a:pt x="2714721" y="1607157"/>
                  <a:pt x="2692301" y="1610905"/>
                </a:cubicBezTo>
                <a:cubicBezTo>
                  <a:pt x="2643606" y="1619217"/>
                  <a:pt x="2595572" y="1613057"/>
                  <a:pt x="2548009" y="1604522"/>
                </a:cubicBezTo>
                <a:cubicBezTo>
                  <a:pt x="2516561" y="1598820"/>
                  <a:pt x="2484471" y="1595972"/>
                  <a:pt x="2453210" y="1590103"/>
                </a:cubicBezTo>
                <a:cubicBezTo>
                  <a:pt x="2429807" y="1585581"/>
                  <a:pt x="2406352" y="1579963"/>
                  <a:pt x="2384726" y="1571904"/>
                </a:cubicBezTo>
                <a:cubicBezTo>
                  <a:pt x="2353369" y="1560075"/>
                  <a:pt x="2325581" y="1541326"/>
                  <a:pt x="2286765" y="1548534"/>
                </a:cubicBezTo>
                <a:cubicBezTo>
                  <a:pt x="2252584" y="1554889"/>
                  <a:pt x="2221009" y="1546526"/>
                  <a:pt x="2189064" y="1538649"/>
                </a:cubicBezTo>
                <a:cubicBezTo>
                  <a:pt x="2165600" y="1532875"/>
                  <a:pt x="2142133" y="1526942"/>
                  <a:pt x="2118010" y="1523712"/>
                </a:cubicBezTo>
                <a:cubicBezTo>
                  <a:pt x="2089379" y="1519913"/>
                  <a:pt x="2057412" y="1523652"/>
                  <a:pt x="2031682" y="1515318"/>
                </a:cubicBezTo>
                <a:cubicBezTo>
                  <a:pt x="2004761" y="1506572"/>
                  <a:pt x="1983123" y="1514364"/>
                  <a:pt x="1959737" y="1518317"/>
                </a:cubicBezTo>
                <a:cubicBezTo>
                  <a:pt x="1922433" y="1524509"/>
                  <a:pt x="1885501" y="1534450"/>
                  <a:pt x="1847100" y="1525944"/>
                </a:cubicBezTo>
                <a:cubicBezTo>
                  <a:pt x="1800428" y="1515638"/>
                  <a:pt x="1754098" y="1504375"/>
                  <a:pt x="1707262" y="1494706"/>
                </a:cubicBezTo>
                <a:cubicBezTo>
                  <a:pt x="1689158" y="1491026"/>
                  <a:pt x="1669827" y="1490075"/>
                  <a:pt x="1651067" y="1488939"/>
                </a:cubicBezTo>
                <a:cubicBezTo>
                  <a:pt x="1633296" y="1488069"/>
                  <a:pt x="1612320" y="1493475"/>
                  <a:pt x="1598392" y="1487556"/>
                </a:cubicBezTo>
                <a:cubicBezTo>
                  <a:pt x="1562588" y="1472333"/>
                  <a:pt x="1526230" y="1465768"/>
                  <a:pt x="1485796" y="1467717"/>
                </a:cubicBezTo>
                <a:cubicBezTo>
                  <a:pt x="1470633" y="1468448"/>
                  <a:pt x="1455519" y="1462113"/>
                  <a:pt x="1440105" y="1461600"/>
                </a:cubicBezTo>
                <a:cubicBezTo>
                  <a:pt x="1419033" y="1461047"/>
                  <a:pt x="1394726" y="1457982"/>
                  <a:pt x="1376742" y="1464813"/>
                </a:cubicBezTo>
                <a:cubicBezTo>
                  <a:pt x="1334463" y="1480976"/>
                  <a:pt x="1299105" y="1470908"/>
                  <a:pt x="1260914" y="1458783"/>
                </a:cubicBezTo>
                <a:cubicBezTo>
                  <a:pt x="1223316" y="1446785"/>
                  <a:pt x="1183912" y="1437700"/>
                  <a:pt x="1144209" y="1430510"/>
                </a:cubicBezTo>
                <a:cubicBezTo>
                  <a:pt x="1129277" y="1427934"/>
                  <a:pt x="1111855" y="1434268"/>
                  <a:pt x="1095577" y="1436151"/>
                </a:cubicBezTo>
                <a:cubicBezTo>
                  <a:pt x="1089760" y="1436745"/>
                  <a:pt x="1083367" y="1437525"/>
                  <a:pt x="1078045" y="1436212"/>
                </a:cubicBezTo>
                <a:cubicBezTo>
                  <a:pt x="1026587" y="1423625"/>
                  <a:pt x="974523" y="1414679"/>
                  <a:pt x="919891" y="1425160"/>
                </a:cubicBezTo>
                <a:cubicBezTo>
                  <a:pt x="914876" y="1426187"/>
                  <a:pt x="909153" y="1424736"/>
                  <a:pt x="904047" y="1423883"/>
                </a:cubicBezTo>
                <a:cubicBezTo>
                  <a:pt x="879088" y="1419436"/>
                  <a:pt x="854553" y="1411675"/>
                  <a:pt x="829382" y="1410847"/>
                </a:cubicBezTo>
                <a:cubicBezTo>
                  <a:pt x="767326" y="1408817"/>
                  <a:pt x="705028" y="1409779"/>
                  <a:pt x="642661" y="1409490"/>
                </a:cubicBezTo>
                <a:cubicBezTo>
                  <a:pt x="638766" y="1409522"/>
                  <a:pt x="634684" y="1409719"/>
                  <a:pt x="631134" y="1408791"/>
                </a:cubicBezTo>
                <a:cubicBezTo>
                  <a:pt x="607871" y="1403163"/>
                  <a:pt x="587956" y="1406321"/>
                  <a:pt x="569136" y="1420097"/>
                </a:cubicBezTo>
                <a:cubicBezTo>
                  <a:pt x="560854" y="1426146"/>
                  <a:pt x="549335" y="1429684"/>
                  <a:pt x="538796" y="1433330"/>
                </a:cubicBezTo>
                <a:cubicBezTo>
                  <a:pt x="523276" y="1438787"/>
                  <a:pt x="507362" y="1444105"/>
                  <a:pt x="491177" y="1447867"/>
                </a:cubicBezTo>
                <a:cubicBezTo>
                  <a:pt x="475178" y="1451464"/>
                  <a:pt x="458068" y="1456211"/>
                  <a:pt x="442411" y="1454770"/>
                </a:cubicBezTo>
                <a:cubicBezTo>
                  <a:pt x="414232" y="1452205"/>
                  <a:pt x="387176" y="1444721"/>
                  <a:pt x="359296" y="1440257"/>
                </a:cubicBezTo>
                <a:cubicBezTo>
                  <a:pt x="349673" y="1438680"/>
                  <a:pt x="339191" y="1439501"/>
                  <a:pt x="329271" y="1439821"/>
                </a:cubicBezTo>
                <a:cubicBezTo>
                  <a:pt x="306503" y="1440449"/>
                  <a:pt x="283397" y="1446114"/>
                  <a:pt x="262167" y="1434111"/>
                </a:cubicBezTo>
                <a:cubicBezTo>
                  <a:pt x="242530" y="1422816"/>
                  <a:pt x="223456" y="1427345"/>
                  <a:pt x="203882" y="1437548"/>
                </a:cubicBezTo>
                <a:cubicBezTo>
                  <a:pt x="189813" y="1444818"/>
                  <a:pt x="173736" y="1450772"/>
                  <a:pt x="157723" y="1454055"/>
                </a:cubicBezTo>
                <a:cubicBezTo>
                  <a:pt x="135728" y="1458567"/>
                  <a:pt x="113832" y="1461037"/>
                  <a:pt x="89823" y="1460153"/>
                </a:cubicBezTo>
                <a:cubicBezTo>
                  <a:pt x="72843" y="1459559"/>
                  <a:pt x="59011" y="1459598"/>
                  <a:pt x="45393" y="1451938"/>
                </a:cubicBezTo>
                <a:cubicBezTo>
                  <a:pt x="43196" y="1450788"/>
                  <a:pt x="39293" y="1450662"/>
                  <a:pt x="36385" y="1450960"/>
                </a:cubicBezTo>
                <a:lnTo>
                  <a:pt x="0" y="1452514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E4B737-02C7-4E4A-B46C-1EC18F59CD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525664" cy="1709180"/>
          </a:xfrm>
          <a:custGeom>
            <a:avLst/>
            <a:gdLst>
              <a:gd name="connsiteX0" fmla="*/ 2468659 w 9637211"/>
              <a:gd name="connsiteY0" fmla="*/ 1380297 h 1649863"/>
              <a:gd name="connsiteX1" fmla="*/ 2460722 w 9637211"/>
              <a:gd name="connsiteY1" fmla="*/ 1390272 h 1649863"/>
              <a:gd name="connsiteX2" fmla="*/ 2446257 w 9637211"/>
              <a:gd name="connsiteY2" fmla="*/ 1406498 h 1649863"/>
              <a:gd name="connsiteX3" fmla="*/ 2427494 w 9637211"/>
              <a:gd name="connsiteY3" fmla="*/ 1415356 h 1649863"/>
              <a:gd name="connsiteX4" fmla="*/ 2460722 w 9637211"/>
              <a:gd name="connsiteY4" fmla="*/ 1390272 h 1649863"/>
              <a:gd name="connsiteX5" fmla="*/ 5731745 w 9637211"/>
              <a:gd name="connsiteY5" fmla="*/ 1360489 h 1649863"/>
              <a:gd name="connsiteX6" fmla="*/ 5698179 w 9637211"/>
              <a:gd name="connsiteY6" fmla="*/ 1367442 h 1649863"/>
              <a:gd name="connsiteX7" fmla="*/ 5715901 w 9637211"/>
              <a:gd name="connsiteY7" fmla="*/ 1365274 h 1649863"/>
              <a:gd name="connsiteX8" fmla="*/ 5731745 w 9637211"/>
              <a:gd name="connsiteY8" fmla="*/ 1360489 h 1649863"/>
              <a:gd name="connsiteX9" fmla="*/ 5503859 w 9637211"/>
              <a:gd name="connsiteY9" fmla="*/ 1324849 h 1649863"/>
              <a:gd name="connsiteX10" fmla="*/ 5516994 w 9637211"/>
              <a:gd name="connsiteY10" fmla="*/ 1333353 h 1649863"/>
              <a:gd name="connsiteX11" fmla="*/ 5516994 w 9637211"/>
              <a:gd name="connsiteY11" fmla="*/ 1333352 h 1649863"/>
              <a:gd name="connsiteX12" fmla="*/ 4720031 w 9637211"/>
              <a:gd name="connsiteY12" fmla="*/ 1268958 h 1649863"/>
              <a:gd name="connsiteX13" fmla="*/ 4749955 w 9637211"/>
              <a:gd name="connsiteY13" fmla="*/ 1273114 h 1649863"/>
              <a:gd name="connsiteX14" fmla="*/ 4767388 w 9637211"/>
              <a:gd name="connsiteY14" fmla="*/ 1277477 h 1649863"/>
              <a:gd name="connsiteX15" fmla="*/ 4767531 w 9637211"/>
              <a:gd name="connsiteY15" fmla="*/ 1277513 h 1649863"/>
              <a:gd name="connsiteX16" fmla="*/ 4782965 w 9637211"/>
              <a:gd name="connsiteY16" fmla="*/ 1281578 h 1649863"/>
              <a:gd name="connsiteX17" fmla="*/ 4784809 w 9637211"/>
              <a:gd name="connsiteY17" fmla="*/ 1281832 h 1649863"/>
              <a:gd name="connsiteX18" fmla="*/ 4790792 w 9637211"/>
              <a:gd name="connsiteY18" fmla="*/ 1283327 h 1649863"/>
              <a:gd name="connsiteX19" fmla="*/ 4814638 w 9637211"/>
              <a:gd name="connsiteY19" fmla="*/ 1285937 h 1649863"/>
              <a:gd name="connsiteX20" fmla="*/ 4784809 w 9637211"/>
              <a:gd name="connsiteY20" fmla="*/ 1281832 h 1649863"/>
              <a:gd name="connsiteX21" fmla="*/ 4767531 w 9637211"/>
              <a:gd name="connsiteY21" fmla="*/ 1277513 h 1649863"/>
              <a:gd name="connsiteX22" fmla="*/ 4751799 w 9637211"/>
              <a:gd name="connsiteY22" fmla="*/ 1273370 h 1649863"/>
              <a:gd name="connsiteX23" fmla="*/ 4749955 w 9637211"/>
              <a:gd name="connsiteY23" fmla="*/ 1273114 h 1649863"/>
              <a:gd name="connsiteX24" fmla="*/ 4743957 w 9637211"/>
              <a:gd name="connsiteY24" fmla="*/ 1271612 h 1649863"/>
              <a:gd name="connsiteX25" fmla="*/ 4720031 w 9637211"/>
              <a:gd name="connsiteY25" fmla="*/ 1268958 h 1649863"/>
              <a:gd name="connsiteX26" fmla="*/ 3276840 w 9637211"/>
              <a:gd name="connsiteY26" fmla="*/ 1263985 h 1649863"/>
              <a:gd name="connsiteX27" fmla="*/ 3328341 w 9637211"/>
              <a:gd name="connsiteY27" fmla="*/ 1281473 h 1649863"/>
              <a:gd name="connsiteX28" fmla="*/ 3301810 w 9637211"/>
              <a:gd name="connsiteY28" fmla="*/ 1277386 h 1649863"/>
              <a:gd name="connsiteX29" fmla="*/ 3276840 w 9637211"/>
              <a:gd name="connsiteY29" fmla="*/ 1263985 h 1649863"/>
              <a:gd name="connsiteX30" fmla="*/ 3519760 w 9637211"/>
              <a:gd name="connsiteY30" fmla="*/ 1250994 h 1649863"/>
              <a:gd name="connsiteX31" fmla="*/ 3503255 w 9637211"/>
              <a:gd name="connsiteY31" fmla="*/ 1251147 h 1649863"/>
              <a:gd name="connsiteX32" fmla="*/ 3519760 w 9637211"/>
              <a:gd name="connsiteY32" fmla="*/ 1250994 h 1649863"/>
              <a:gd name="connsiteX33" fmla="*/ 3537011 w 9637211"/>
              <a:gd name="connsiteY33" fmla="*/ 1257249 h 1649863"/>
              <a:gd name="connsiteX34" fmla="*/ 3519760 w 9637211"/>
              <a:gd name="connsiteY34" fmla="*/ 1250994 h 1649863"/>
              <a:gd name="connsiteX35" fmla="*/ 5038723 w 9637211"/>
              <a:gd name="connsiteY35" fmla="*/ 1229019 h 1649863"/>
              <a:gd name="connsiteX36" fmla="*/ 5009340 w 9637211"/>
              <a:gd name="connsiteY36" fmla="*/ 1231627 h 1649863"/>
              <a:gd name="connsiteX37" fmla="*/ 5069905 w 9637211"/>
              <a:gd name="connsiteY37" fmla="*/ 1231533 h 1649863"/>
              <a:gd name="connsiteX38" fmla="*/ 5038723 w 9637211"/>
              <a:gd name="connsiteY38" fmla="*/ 1229019 h 1649863"/>
              <a:gd name="connsiteX39" fmla="*/ 6274350 w 9637211"/>
              <a:gd name="connsiteY39" fmla="*/ 1198579 h 1649863"/>
              <a:gd name="connsiteX40" fmla="*/ 6274350 w 9637211"/>
              <a:gd name="connsiteY40" fmla="*/ 1198580 h 1649863"/>
              <a:gd name="connsiteX41" fmla="*/ 6299734 w 9637211"/>
              <a:gd name="connsiteY41" fmla="*/ 1215874 h 1649863"/>
              <a:gd name="connsiteX42" fmla="*/ 6274350 w 9637211"/>
              <a:gd name="connsiteY42" fmla="*/ 1198579 h 1649863"/>
              <a:gd name="connsiteX43" fmla="*/ 284014 w 9637211"/>
              <a:gd name="connsiteY43" fmla="*/ 1083637 h 1649863"/>
              <a:gd name="connsiteX44" fmla="*/ 274455 w 9637211"/>
              <a:gd name="connsiteY44" fmla="*/ 1086842 h 1649863"/>
              <a:gd name="connsiteX45" fmla="*/ 233501 w 9637211"/>
              <a:gd name="connsiteY45" fmla="*/ 1096794 h 1649863"/>
              <a:gd name="connsiteX46" fmla="*/ 274456 w 9637211"/>
              <a:gd name="connsiteY46" fmla="*/ 1086842 h 1649863"/>
              <a:gd name="connsiteX47" fmla="*/ 691166 w 9637211"/>
              <a:gd name="connsiteY47" fmla="*/ 1081917 h 1649863"/>
              <a:gd name="connsiteX48" fmla="*/ 677191 w 9637211"/>
              <a:gd name="connsiteY48" fmla="*/ 1087044 h 1649863"/>
              <a:gd name="connsiteX49" fmla="*/ 632391 w 9637211"/>
              <a:gd name="connsiteY49" fmla="*/ 1110922 h 1649863"/>
              <a:gd name="connsiteX50" fmla="*/ 677192 w 9637211"/>
              <a:gd name="connsiteY50" fmla="*/ 1087044 h 1649863"/>
              <a:gd name="connsiteX51" fmla="*/ 428044 w 9637211"/>
              <a:gd name="connsiteY51" fmla="*/ 1067823 h 1649863"/>
              <a:gd name="connsiteX52" fmla="*/ 479634 w 9637211"/>
              <a:gd name="connsiteY52" fmla="*/ 1077452 h 1649863"/>
              <a:gd name="connsiteX53" fmla="*/ 428044 w 9637211"/>
              <a:gd name="connsiteY53" fmla="*/ 1067823 h 1649863"/>
              <a:gd name="connsiteX54" fmla="*/ 7445292 w 9637211"/>
              <a:gd name="connsiteY54" fmla="*/ 757632 h 1649863"/>
              <a:gd name="connsiteX55" fmla="*/ 7466390 w 9637211"/>
              <a:gd name="connsiteY55" fmla="*/ 768915 h 1649863"/>
              <a:gd name="connsiteX56" fmla="*/ 7474827 w 9637211"/>
              <a:gd name="connsiteY56" fmla="*/ 771226 h 1649863"/>
              <a:gd name="connsiteX57" fmla="*/ 7466391 w 9637211"/>
              <a:gd name="connsiteY57" fmla="*/ 768915 h 1649863"/>
              <a:gd name="connsiteX58" fmla="*/ 7445292 w 9637211"/>
              <a:gd name="connsiteY58" fmla="*/ 757632 h 1649863"/>
              <a:gd name="connsiteX59" fmla="*/ 0 w 9637211"/>
              <a:gd name="connsiteY59" fmla="*/ 0 h 1649863"/>
              <a:gd name="connsiteX60" fmla="*/ 9637211 w 9637211"/>
              <a:gd name="connsiteY60" fmla="*/ 0 h 1649863"/>
              <a:gd name="connsiteX61" fmla="*/ 9583319 w 9637211"/>
              <a:gd name="connsiteY61" fmla="*/ 32146 h 1649863"/>
              <a:gd name="connsiteX62" fmla="*/ 9493665 w 9637211"/>
              <a:gd name="connsiteY62" fmla="*/ 112426 h 1649863"/>
              <a:gd name="connsiteX63" fmla="*/ 9457156 w 9637211"/>
              <a:gd name="connsiteY63" fmla="*/ 155303 h 1649863"/>
              <a:gd name="connsiteX64" fmla="*/ 9377643 w 9637211"/>
              <a:gd name="connsiteY64" fmla="*/ 187228 h 1649863"/>
              <a:gd name="connsiteX65" fmla="*/ 9292088 w 9637211"/>
              <a:gd name="connsiteY65" fmla="*/ 235295 h 1649863"/>
              <a:gd name="connsiteX66" fmla="*/ 9231985 w 9637211"/>
              <a:gd name="connsiteY66" fmla="*/ 281821 h 1649863"/>
              <a:gd name="connsiteX67" fmla="*/ 9185378 w 9637211"/>
              <a:gd name="connsiteY67" fmla="*/ 313259 h 1649863"/>
              <a:gd name="connsiteX68" fmla="*/ 9118948 w 9637211"/>
              <a:gd name="connsiteY68" fmla="*/ 345810 h 1649863"/>
              <a:gd name="connsiteX69" fmla="*/ 9052763 w 9637211"/>
              <a:gd name="connsiteY69" fmla="*/ 387450 h 1649863"/>
              <a:gd name="connsiteX70" fmla="*/ 9020858 w 9637211"/>
              <a:gd name="connsiteY70" fmla="*/ 412686 h 1649863"/>
              <a:gd name="connsiteX71" fmla="*/ 8958799 w 9637211"/>
              <a:gd name="connsiteY71" fmla="*/ 455068 h 1649863"/>
              <a:gd name="connsiteX72" fmla="*/ 8894669 w 9637211"/>
              <a:gd name="connsiteY72" fmla="*/ 494884 h 1649863"/>
              <a:gd name="connsiteX73" fmla="*/ 8772871 w 9637211"/>
              <a:gd name="connsiteY73" fmla="*/ 542815 h 1649863"/>
              <a:gd name="connsiteX74" fmla="*/ 8663102 w 9637211"/>
              <a:gd name="connsiteY74" fmla="*/ 609939 h 1649863"/>
              <a:gd name="connsiteX75" fmla="*/ 8575858 w 9637211"/>
              <a:gd name="connsiteY75" fmla="*/ 659344 h 1649863"/>
              <a:gd name="connsiteX76" fmla="*/ 8525191 w 9637211"/>
              <a:gd name="connsiteY76" fmla="*/ 691449 h 1649863"/>
              <a:gd name="connsiteX77" fmla="*/ 8432740 w 9637211"/>
              <a:gd name="connsiteY77" fmla="*/ 762134 h 1649863"/>
              <a:gd name="connsiteX78" fmla="*/ 8287775 w 9637211"/>
              <a:gd name="connsiteY78" fmla="*/ 838802 h 1649863"/>
              <a:gd name="connsiteX79" fmla="*/ 8199975 w 9637211"/>
              <a:gd name="connsiteY79" fmla="*/ 880700 h 1649863"/>
              <a:gd name="connsiteX80" fmla="*/ 8009879 w 9637211"/>
              <a:gd name="connsiteY80" fmla="*/ 946676 h 1649863"/>
              <a:gd name="connsiteX81" fmla="*/ 7948650 w 9637211"/>
              <a:gd name="connsiteY81" fmla="*/ 969872 h 1649863"/>
              <a:gd name="connsiteX82" fmla="*/ 7878149 w 9637211"/>
              <a:gd name="connsiteY82" fmla="*/ 986611 h 1649863"/>
              <a:gd name="connsiteX83" fmla="*/ 7765368 w 9637211"/>
              <a:gd name="connsiteY83" fmla="*/ 1023592 h 1649863"/>
              <a:gd name="connsiteX84" fmla="*/ 7544827 w 9637211"/>
              <a:gd name="connsiteY84" fmla="*/ 1088525 h 1649863"/>
              <a:gd name="connsiteX85" fmla="*/ 7496243 w 9637211"/>
              <a:gd name="connsiteY85" fmla="*/ 1099185 h 1649863"/>
              <a:gd name="connsiteX86" fmla="*/ 7373131 w 9637211"/>
              <a:gd name="connsiteY86" fmla="*/ 1140118 h 1649863"/>
              <a:gd name="connsiteX87" fmla="*/ 7299425 w 9637211"/>
              <a:gd name="connsiteY87" fmla="*/ 1167211 h 1649863"/>
              <a:gd name="connsiteX88" fmla="*/ 7238066 w 9637211"/>
              <a:gd name="connsiteY88" fmla="*/ 1183666 h 1649863"/>
              <a:gd name="connsiteX89" fmla="*/ 7183552 w 9637211"/>
              <a:gd name="connsiteY89" fmla="*/ 1192571 h 1649863"/>
              <a:gd name="connsiteX90" fmla="*/ 7040813 w 9637211"/>
              <a:gd name="connsiteY90" fmla="*/ 1230525 h 1649863"/>
              <a:gd name="connsiteX91" fmla="*/ 6983864 w 9637211"/>
              <a:gd name="connsiteY91" fmla="*/ 1245513 h 1649863"/>
              <a:gd name="connsiteX92" fmla="*/ 6836601 w 9637211"/>
              <a:gd name="connsiteY92" fmla="*/ 1294672 h 1649863"/>
              <a:gd name="connsiteX93" fmla="*/ 6711393 w 9637211"/>
              <a:gd name="connsiteY93" fmla="*/ 1328485 h 1649863"/>
              <a:gd name="connsiteX94" fmla="*/ 6659164 w 9637211"/>
              <a:gd name="connsiteY94" fmla="*/ 1344343 h 1649863"/>
              <a:gd name="connsiteX95" fmla="*/ 6539327 w 9637211"/>
              <a:gd name="connsiteY95" fmla="*/ 1372405 h 1649863"/>
              <a:gd name="connsiteX96" fmla="*/ 6471659 w 9637211"/>
              <a:gd name="connsiteY96" fmla="*/ 1391362 h 1649863"/>
              <a:gd name="connsiteX97" fmla="*/ 6305536 w 9637211"/>
              <a:gd name="connsiteY97" fmla="*/ 1417103 h 1649863"/>
              <a:gd name="connsiteX98" fmla="*/ 6133939 w 9637211"/>
              <a:gd name="connsiteY98" fmla="*/ 1442481 h 1649863"/>
              <a:gd name="connsiteX99" fmla="*/ 6039547 w 9637211"/>
              <a:gd name="connsiteY99" fmla="*/ 1452681 h 1649863"/>
              <a:gd name="connsiteX100" fmla="*/ 5957366 w 9637211"/>
              <a:gd name="connsiteY100" fmla="*/ 1465590 h 1649863"/>
              <a:gd name="connsiteX101" fmla="*/ 5885715 w 9637211"/>
              <a:gd name="connsiteY101" fmla="*/ 1474694 h 1649863"/>
              <a:gd name="connsiteX102" fmla="*/ 5771774 w 9637211"/>
              <a:gd name="connsiteY102" fmla="*/ 1491643 h 1649863"/>
              <a:gd name="connsiteX103" fmla="*/ 5724294 w 9637211"/>
              <a:gd name="connsiteY103" fmla="*/ 1496914 h 1649863"/>
              <a:gd name="connsiteX104" fmla="*/ 5611931 w 9637211"/>
              <a:gd name="connsiteY104" fmla="*/ 1502173 h 1649863"/>
              <a:gd name="connsiteX105" fmla="*/ 5572785 w 9637211"/>
              <a:gd name="connsiteY105" fmla="*/ 1502492 h 1649863"/>
              <a:gd name="connsiteX106" fmla="*/ 5496622 w 9637211"/>
              <a:gd name="connsiteY106" fmla="*/ 1486703 h 1649863"/>
              <a:gd name="connsiteX107" fmla="*/ 5487614 w 9637211"/>
              <a:gd name="connsiteY107" fmla="*/ 1485725 h 1649863"/>
              <a:gd name="connsiteX108" fmla="*/ 5437869 w 9637211"/>
              <a:gd name="connsiteY108" fmla="*/ 1480432 h 1649863"/>
              <a:gd name="connsiteX109" fmla="*/ 5410729 w 9637211"/>
              <a:gd name="connsiteY109" fmla="*/ 1479229 h 1649863"/>
              <a:gd name="connsiteX110" fmla="*/ 5307325 w 9637211"/>
              <a:gd name="connsiteY110" fmla="*/ 1468207 h 1649863"/>
              <a:gd name="connsiteX111" fmla="*/ 5247871 w 9637211"/>
              <a:gd name="connsiteY111" fmla="*/ 1463540 h 1649863"/>
              <a:gd name="connsiteX112" fmla="*/ 5200105 w 9637211"/>
              <a:gd name="connsiteY112" fmla="*/ 1466942 h 1649863"/>
              <a:gd name="connsiteX113" fmla="*/ 5116199 w 9637211"/>
              <a:gd name="connsiteY113" fmla="*/ 1472398 h 1649863"/>
              <a:gd name="connsiteX114" fmla="*/ 5089547 w 9637211"/>
              <a:gd name="connsiteY114" fmla="*/ 1477294 h 1649863"/>
              <a:gd name="connsiteX115" fmla="*/ 4967752 w 9637211"/>
              <a:gd name="connsiteY115" fmla="*/ 1472806 h 1649863"/>
              <a:gd name="connsiteX116" fmla="*/ 4898514 w 9637211"/>
              <a:gd name="connsiteY116" fmla="*/ 1475359 h 1649863"/>
              <a:gd name="connsiteX117" fmla="*/ 4819948 w 9637211"/>
              <a:gd name="connsiteY117" fmla="*/ 1466277 h 1649863"/>
              <a:gd name="connsiteX118" fmla="*/ 4797235 w 9637211"/>
              <a:gd name="connsiteY118" fmla="*/ 1467999 h 1649863"/>
              <a:gd name="connsiteX119" fmla="*/ 4771823 w 9637211"/>
              <a:gd name="connsiteY119" fmla="*/ 1470324 h 1649863"/>
              <a:gd name="connsiteX120" fmla="*/ 4693726 w 9637211"/>
              <a:gd name="connsiteY120" fmla="*/ 1475031 h 1649863"/>
              <a:gd name="connsiteX121" fmla="*/ 4646522 w 9637211"/>
              <a:gd name="connsiteY121" fmla="*/ 1482013 h 1649863"/>
              <a:gd name="connsiteX122" fmla="*/ 4556001 w 9637211"/>
              <a:gd name="connsiteY122" fmla="*/ 1483554 h 1649863"/>
              <a:gd name="connsiteX123" fmla="*/ 4522761 w 9637211"/>
              <a:gd name="connsiteY123" fmla="*/ 1489236 h 1649863"/>
              <a:gd name="connsiteX124" fmla="*/ 4438228 w 9637211"/>
              <a:gd name="connsiteY124" fmla="*/ 1493782 h 1649863"/>
              <a:gd name="connsiteX125" fmla="*/ 4362305 w 9637211"/>
              <a:gd name="connsiteY125" fmla="*/ 1495088 h 1649863"/>
              <a:gd name="connsiteX126" fmla="*/ 4289278 w 9637211"/>
              <a:gd name="connsiteY126" fmla="*/ 1499864 h 1649863"/>
              <a:gd name="connsiteX127" fmla="*/ 4237236 w 9637211"/>
              <a:gd name="connsiteY127" fmla="*/ 1507551 h 1649863"/>
              <a:gd name="connsiteX128" fmla="*/ 4180626 w 9637211"/>
              <a:gd name="connsiteY128" fmla="*/ 1513420 h 1649863"/>
              <a:gd name="connsiteX129" fmla="*/ 4025047 w 9637211"/>
              <a:gd name="connsiteY129" fmla="*/ 1539594 h 1649863"/>
              <a:gd name="connsiteX130" fmla="*/ 3995866 w 9637211"/>
              <a:gd name="connsiteY130" fmla="*/ 1536451 h 1649863"/>
              <a:gd name="connsiteX131" fmla="*/ 3831212 w 9637211"/>
              <a:gd name="connsiteY131" fmla="*/ 1540151 h 1649863"/>
              <a:gd name="connsiteX132" fmla="*/ 3795461 w 9637211"/>
              <a:gd name="connsiteY132" fmla="*/ 1542189 h 1649863"/>
              <a:gd name="connsiteX133" fmla="*/ 3698543 w 9637211"/>
              <a:gd name="connsiteY133" fmla="*/ 1528342 h 1649863"/>
              <a:gd name="connsiteX134" fmla="*/ 3551836 w 9637211"/>
              <a:gd name="connsiteY134" fmla="*/ 1564762 h 1649863"/>
              <a:gd name="connsiteX135" fmla="*/ 3415003 w 9637211"/>
              <a:gd name="connsiteY135" fmla="*/ 1608081 h 1649863"/>
              <a:gd name="connsiteX136" fmla="*/ 3397737 w 9637211"/>
              <a:gd name="connsiteY136" fmla="*/ 1613622 h 1649863"/>
              <a:gd name="connsiteX137" fmla="*/ 3348360 w 9637211"/>
              <a:gd name="connsiteY137" fmla="*/ 1624007 h 1649863"/>
              <a:gd name="connsiteX138" fmla="*/ 3286876 w 9637211"/>
              <a:gd name="connsiteY138" fmla="*/ 1629796 h 1649863"/>
              <a:gd name="connsiteX139" fmla="*/ 3247932 w 9637211"/>
              <a:gd name="connsiteY139" fmla="*/ 1635832 h 1649863"/>
              <a:gd name="connsiteX140" fmla="*/ 3244999 w 9637211"/>
              <a:gd name="connsiteY140" fmla="*/ 1636180 h 1649863"/>
              <a:gd name="connsiteX141" fmla="*/ 3184484 w 9637211"/>
              <a:gd name="connsiteY141" fmla="*/ 1639097 h 1649863"/>
              <a:gd name="connsiteX142" fmla="*/ 3177540 w 9637211"/>
              <a:gd name="connsiteY142" fmla="*/ 1638715 h 1649863"/>
              <a:gd name="connsiteX143" fmla="*/ 3146060 w 9637211"/>
              <a:gd name="connsiteY143" fmla="*/ 1634857 h 1649863"/>
              <a:gd name="connsiteX144" fmla="*/ 3057965 w 9637211"/>
              <a:gd name="connsiteY144" fmla="*/ 1626236 h 1649863"/>
              <a:gd name="connsiteX145" fmla="*/ 2974961 w 9637211"/>
              <a:gd name="connsiteY145" fmla="*/ 1617995 h 1649863"/>
              <a:gd name="connsiteX146" fmla="*/ 2949608 w 9637211"/>
              <a:gd name="connsiteY146" fmla="*/ 1633655 h 1649863"/>
              <a:gd name="connsiteX147" fmla="*/ 2909973 w 9637211"/>
              <a:gd name="connsiteY147" fmla="*/ 1648121 h 1649863"/>
              <a:gd name="connsiteX148" fmla="*/ 2864542 w 9637211"/>
              <a:gd name="connsiteY148" fmla="*/ 1635245 h 1649863"/>
              <a:gd name="connsiteX149" fmla="*/ 2758460 w 9637211"/>
              <a:gd name="connsiteY149" fmla="*/ 1609130 h 1649863"/>
              <a:gd name="connsiteX150" fmla="*/ 2692301 w 9637211"/>
              <a:gd name="connsiteY150" fmla="*/ 1610905 h 1649863"/>
              <a:gd name="connsiteX151" fmla="*/ 2548009 w 9637211"/>
              <a:gd name="connsiteY151" fmla="*/ 1604522 h 1649863"/>
              <a:gd name="connsiteX152" fmla="*/ 2453210 w 9637211"/>
              <a:gd name="connsiteY152" fmla="*/ 1590103 h 1649863"/>
              <a:gd name="connsiteX153" fmla="*/ 2384726 w 9637211"/>
              <a:gd name="connsiteY153" fmla="*/ 1571904 h 1649863"/>
              <a:gd name="connsiteX154" fmla="*/ 2286765 w 9637211"/>
              <a:gd name="connsiteY154" fmla="*/ 1548534 h 1649863"/>
              <a:gd name="connsiteX155" fmla="*/ 2189064 w 9637211"/>
              <a:gd name="connsiteY155" fmla="*/ 1538649 h 1649863"/>
              <a:gd name="connsiteX156" fmla="*/ 2118010 w 9637211"/>
              <a:gd name="connsiteY156" fmla="*/ 1523712 h 1649863"/>
              <a:gd name="connsiteX157" fmla="*/ 2031682 w 9637211"/>
              <a:gd name="connsiteY157" fmla="*/ 1515318 h 1649863"/>
              <a:gd name="connsiteX158" fmla="*/ 1959737 w 9637211"/>
              <a:gd name="connsiteY158" fmla="*/ 1518317 h 1649863"/>
              <a:gd name="connsiteX159" fmla="*/ 1847100 w 9637211"/>
              <a:gd name="connsiteY159" fmla="*/ 1525944 h 1649863"/>
              <a:gd name="connsiteX160" fmla="*/ 1707262 w 9637211"/>
              <a:gd name="connsiteY160" fmla="*/ 1494706 h 1649863"/>
              <a:gd name="connsiteX161" fmla="*/ 1651067 w 9637211"/>
              <a:gd name="connsiteY161" fmla="*/ 1488939 h 1649863"/>
              <a:gd name="connsiteX162" fmla="*/ 1598392 w 9637211"/>
              <a:gd name="connsiteY162" fmla="*/ 1487556 h 1649863"/>
              <a:gd name="connsiteX163" fmla="*/ 1485796 w 9637211"/>
              <a:gd name="connsiteY163" fmla="*/ 1467717 h 1649863"/>
              <a:gd name="connsiteX164" fmla="*/ 1440105 w 9637211"/>
              <a:gd name="connsiteY164" fmla="*/ 1461600 h 1649863"/>
              <a:gd name="connsiteX165" fmla="*/ 1376742 w 9637211"/>
              <a:gd name="connsiteY165" fmla="*/ 1464813 h 1649863"/>
              <a:gd name="connsiteX166" fmla="*/ 1260914 w 9637211"/>
              <a:gd name="connsiteY166" fmla="*/ 1458783 h 1649863"/>
              <a:gd name="connsiteX167" fmla="*/ 1144209 w 9637211"/>
              <a:gd name="connsiteY167" fmla="*/ 1430510 h 1649863"/>
              <a:gd name="connsiteX168" fmla="*/ 1095577 w 9637211"/>
              <a:gd name="connsiteY168" fmla="*/ 1436151 h 1649863"/>
              <a:gd name="connsiteX169" fmla="*/ 1078045 w 9637211"/>
              <a:gd name="connsiteY169" fmla="*/ 1436212 h 1649863"/>
              <a:gd name="connsiteX170" fmla="*/ 919891 w 9637211"/>
              <a:gd name="connsiteY170" fmla="*/ 1425160 h 1649863"/>
              <a:gd name="connsiteX171" fmla="*/ 904047 w 9637211"/>
              <a:gd name="connsiteY171" fmla="*/ 1423883 h 1649863"/>
              <a:gd name="connsiteX172" fmla="*/ 829382 w 9637211"/>
              <a:gd name="connsiteY172" fmla="*/ 1410847 h 1649863"/>
              <a:gd name="connsiteX173" fmla="*/ 642661 w 9637211"/>
              <a:gd name="connsiteY173" fmla="*/ 1409490 h 1649863"/>
              <a:gd name="connsiteX174" fmla="*/ 631134 w 9637211"/>
              <a:gd name="connsiteY174" fmla="*/ 1408791 h 1649863"/>
              <a:gd name="connsiteX175" fmla="*/ 569136 w 9637211"/>
              <a:gd name="connsiteY175" fmla="*/ 1420097 h 1649863"/>
              <a:gd name="connsiteX176" fmla="*/ 538796 w 9637211"/>
              <a:gd name="connsiteY176" fmla="*/ 1433330 h 1649863"/>
              <a:gd name="connsiteX177" fmla="*/ 491177 w 9637211"/>
              <a:gd name="connsiteY177" fmla="*/ 1447867 h 1649863"/>
              <a:gd name="connsiteX178" fmla="*/ 442411 w 9637211"/>
              <a:gd name="connsiteY178" fmla="*/ 1454770 h 1649863"/>
              <a:gd name="connsiteX179" fmla="*/ 359296 w 9637211"/>
              <a:gd name="connsiteY179" fmla="*/ 1440257 h 1649863"/>
              <a:gd name="connsiteX180" fmla="*/ 329271 w 9637211"/>
              <a:gd name="connsiteY180" fmla="*/ 1439821 h 1649863"/>
              <a:gd name="connsiteX181" fmla="*/ 262167 w 9637211"/>
              <a:gd name="connsiteY181" fmla="*/ 1434111 h 1649863"/>
              <a:gd name="connsiteX182" fmla="*/ 203882 w 9637211"/>
              <a:gd name="connsiteY182" fmla="*/ 1437548 h 1649863"/>
              <a:gd name="connsiteX183" fmla="*/ 157723 w 9637211"/>
              <a:gd name="connsiteY183" fmla="*/ 1454055 h 1649863"/>
              <a:gd name="connsiteX184" fmla="*/ 89823 w 9637211"/>
              <a:gd name="connsiteY184" fmla="*/ 1460153 h 1649863"/>
              <a:gd name="connsiteX185" fmla="*/ 45393 w 9637211"/>
              <a:gd name="connsiteY185" fmla="*/ 1451938 h 1649863"/>
              <a:gd name="connsiteX186" fmla="*/ 36385 w 9637211"/>
              <a:gd name="connsiteY186" fmla="*/ 1450960 h 1649863"/>
              <a:gd name="connsiteX187" fmla="*/ 0 w 9637211"/>
              <a:gd name="connsiteY187" fmla="*/ 1452514 h 1649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9637211" h="1649863">
                <a:moveTo>
                  <a:pt x="2468659" y="1380297"/>
                </a:moveTo>
                <a:lnTo>
                  <a:pt x="2460722" y="1390272"/>
                </a:lnTo>
                <a:cubicBezTo>
                  <a:pt x="2456661" y="1396980"/>
                  <a:pt x="2451818" y="1402354"/>
                  <a:pt x="2446257" y="1406498"/>
                </a:cubicBezTo>
                <a:lnTo>
                  <a:pt x="2427494" y="1415356"/>
                </a:lnTo>
                <a:cubicBezTo>
                  <a:pt x="2441349" y="1411764"/>
                  <a:pt x="2452601" y="1403689"/>
                  <a:pt x="2460722" y="1390272"/>
                </a:cubicBezTo>
                <a:close/>
                <a:moveTo>
                  <a:pt x="5731745" y="1360489"/>
                </a:moveTo>
                <a:lnTo>
                  <a:pt x="5698179" y="1367442"/>
                </a:lnTo>
                <a:lnTo>
                  <a:pt x="5715901" y="1365274"/>
                </a:lnTo>
                <a:cubicBezTo>
                  <a:pt x="5721750" y="1364345"/>
                  <a:pt x="5727285" y="1362979"/>
                  <a:pt x="5731745" y="1360489"/>
                </a:cubicBezTo>
                <a:close/>
                <a:moveTo>
                  <a:pt x="5503859" y="1324849"/>
                </a:moveTo>
                <a:lnTo>
                  <a:pt x="5516994" y="1333353"/>
                </a:lnTo>
                <a:lnTo>
                  <a:pt x="5516994" y="1333352"/>
                </a:lnTo>
                <a:close/>
                <a:moveTo>
                  <a:pt x="4720031" y="1268958"/>
                </a:moveTo>
                <a:lnTo>
                  <a:pt x="4749955" y="1273114"/>
                </a:lnTo>
                <a:lnTo>
                  <a:pt x="4767388" y="1277477"/>
                </a:lnTo>
                <a:lnTo>
                  <a:pt x="4767531" y="1277513"/>
                </a:lnTo>
                <a:lnTo>
                  <a:pt x="4782965" y="1281578"/>
                </a:lnTo>
                <a:lnTo>
                  <a:pt x="4784809" y="1281832"/>
                </a:lnTo>
                <a:lnTo>
                  <a:pt x="4790792" y="1283327"/>
                </a:lnTo>
                <a:cubicBezTo>
                  <a:pt x="4798641" y="1284916"/>
                  <a:pt x="4806563" y="1285965"/>
                  <a:pt x="4814638" y="1285937"/>
                </a:cubicBezTo>
                <a:lnTo>
                  <a:pt x="4784809" y="1281832"/>
                </a:lnTo>
                <a:lnTo>
                  <a:pt x="4767531" y="1277513"/>
                </a:lnTo>
                <a:lnTo>
                  <a:pt x="4751799" y="1273370"/>
                </a:lnTo>
                <a:lnTo>
                  <a:pt x="4749955" y="1273114"/>
                </a:lnTo>
                <a:lnTo>
                  <a:pt x="4743957" y="1271612"/>
                </a:lnTo>
                <a:cubicBezTo>
                  <a:pt x="4736090" y="1270013"/>
                  <a:pt x="4728141" y="1268949"/>
                  <a:pt x="4720031" y="1268958"/>
                </a:cubicBezTo>
                <a:close/>
                <a:moveTo>
                  <a:pt x="3276840" y="1263985"/>
                </a:moveTo>
                <a:cubicBezTo>
                  <a:pt x="3292849" y="1276789"/>
                  <a:pt x="3310250" y="1281089"/>
                  <a:pt x="3328341" y="1281473"/>
                </a:cubicBezTo>
                <a:lnTo>
                  <a:pt x="3301810" y="1277386"/>
                </a:lnTo>
                <a:cubicBezTo>
                  <a:pt x="3293198" y="1274663"/>
                  <a:pt x="3284847" y="1270386"/>
                  <a:pt x="3276840" y="1263985"/>
                </a:cubicBezTo>
                <a:close/>
                <a:moveTo>
                  <a:pt x="3519760" y="1250994"/>
                </a:moveTo>
                <a:cubicBezTo>
                  <a:pt x="3514125" y="1250064"/>
                  <a:pt x="3508615" y="1250202"/>
                  <a:pt x="3503255" y="1251147"/>
                </a:cubicBezTo>
                <a:lnTo>
                  <a:pt x="3519760" y="1250994"/>
                </a:lnTo>
                <a:cubicBezTo>
                  <a:pt x="3525393" y="1251924"/>
                  <a:pt x="3531152" y="1253922"/>
                  <a:pt x="3537011" y="1257249"/>
                </a:cubicBezTo>
                <a:cubicBezTo>
                  <a:pt x="3531153" y="1253922"/>
                  <a:pt x="3525394" y="1251924"/>
                  <a:pt x="3519760" y="1250994"/>
                </a:cubicBezTo>
                <a:close/>
                <a:moveTo>
                  <a:pt x="5038723" y="1229019"/>
                </a:moveTo>
                <a:cubicBezTo>
                  <a:pt x="5028630" y="1228971"/>
                  <a:pt x="5018835" y="1229777"/>
                  <a:pt x="5009340" y="1231627"/>
                </a:cubicBezTo>
                <a:lnTo>
                  <a:pt x="5069905" y="1231533"/>
                </a:lnTo>
                <a:cubicBezTo>
                  <a:pt x="5059212" y="1229968"/>
                  <a:pt x="5048818" y="1229067"/>
                  <a:pt x="5038723" y="1229019"/>
                </a:cubicBezTo>
                <a:close/>
                <a:moveTo>
                  <a:pt x="6274350" y="1198579"/>
                </a:moveTo>
                <a:lnTo>
                  <a:pt x="6274350" y="1198580"/>
                </a:lnTo>
                <a:lnTo>
                  <a:pt x="6299734" y="1215874"/>
                </a:lnTo>
                <a:cubicBezTo>
                  <a:pt x="6292882" y="1211182"/>
                  <a:pt x="6285837" y="1206500"/>
                  <a:pt x="6274350" y="1198579"/>
                </a:cubicBezTo>
                <a:close/>
                <a:moveTo>
                  <a:pt x="284014" y="1083637"/>
                </a:moveTo>
                <a:lnTo>
                  <a:pt x="274455" y="1086842"/>
                </a:lnTo>
                <a:lnTo>
                  <a:pt x="233501" y="1096794"/>
                </a:lnTo>
                <a:lnTo>
                  <a:pt x="274456" y="1086842"/>
                </a:lnTo>
                <a:close/>
                <a:moveTo>
                  <a:pt x="691166" y="1081917"/>
                </a:moveTo>
                <a:cubicBezTo>
                  <a:pt x="686005" y="1082970"/>
                  <a:pt x="680596" y="1084918"/>
                  <a:pt x="677191" y="1087044"/>
                </a:cubicBezTo>
                <a:cubicBezTo>
                  <a:pt x="660788" y="1097408"/>
                  <a:pt x="646181" y="1105351"/>
                  <a:pt x="632391" y="1110922"/>
                </a:cubicBezTo>
                <a:cubicBezTo>
                  <a:pt x="646181" y="1105351"/>
                  <a:pt x="660789" y="1097408"/>
                  <a:pt x="677192" y="1087044"/>
                </a:cubicBezTo>
                <a:close/>
                <a:moveTo>
                  <a:pt x="428044" y="1067823"/>
                </a:moveTo>
                <a:cubicBezTo>
                  <a:pt x="446919" y="1068326"/>
                  <a:pt x="465868" y="1068118"/>
                  <a:pt x="479634" y="1077452"/>
                </a:cubicBezTo>
                <a:cubicBezTo>
                  <a:pt x="465869" y="1068118"/>
                  <a:pt x="446919" y="1068326"/>
                  <a:pt x="428044" y="1067823"/>
                </a:cubicBezTo>
                <a:close/>
                <a:moveTo>
                  <a:pt x="7445292" y="757632"/>
                </a:moveTo>
                <a:cubicBezTo>
                  <a:pt x="7451720" y="761638"/>
                  <a:pt x="7458880" y="765687"/>
                  <a:pt x="7466390" y="768915"/>
                </a:cubicBezTo>
                <a:lnTo>
                  <a:pt x="7474827" y="771226"/>
                </a:lnTo>
                <a:lnTo>
                  <a:pt x="7466391" y="768915"/>
                </a:lnTo>
                <a:cubicBezTo>
                  <a:pt x="7458880" y="765687"/>
                  <a:pt x="7451720" y="761638"/>
                  <a:pt x="7445292" y="757632"/>
                </a:cubicBezTo>
                <a:close/>
                <a:moveTo>
                  <a:pt x="0" y="0"/>
                </a:moveTo>
                <a:lnTo>
                  <a:pt x="9637211" y="0"/>
                </a:lnTo>
                <a:lnTo>
                  <a:pt x="9583319" y="32146"/>
                </a:lnTo>
                <a:cubicBezTo>
                  <a:pt x="9545773" y="53573"/>
                  <a:pt x="9512012" y="76700"/>
                  <a:pt x="9493665" y="112426"/>
                </a:cubicBezTo>
                <a:cubicBezTo>
                  <a:pt x="9485465" y="128200"/>
                  <a:pt x="9473638" y="145563"/>
                  <a:pt x="9457156" y="155303"/>
                </a:cubicBezTo>
                <a:cubicBezTo>
                  <a:pt x="9433664" y="169148"/>
                  <a:pt x="9403364" y="175160"/>
                  <a:pt x="9377643" y="187228"/>
                </a:cubicBezTo>
                <a:cubicBezTo>
                  <a:pt x="9347347" y="201400"/>
                  <a:pt x="9312111" y="214085"/>
                  <a:pt x="9292088" y="235295"/>
                </a:cubicBezTo>
                <a:cubicBezTo>
                  <a:pt x="9274297" y="254202"/>
                  <a:pt x="9256121" y="269202"/>
                  <a:pt x="9231985" y="281821"/>
                </a:cubicBezTo>
                <a:cubicBezTo>
                  <a:pt x="9215069" y="290641"/>
                  <a:pt x="9202945" y="305820"/>
                  <a:pt x="9185378" y="313259"/>
                </a:cubicBezTo>
                <a:cubicBezTo>
                  <a:pt x="9162280" y="323162"/>
                  <a:pt x="9138896" y="331194"/>
                  <a:pt x="9118948" y="345810"/>
                </a:cubicBezTo>
                <a:cubicBezTo>
                  <a:pt x="9098245" y="360931"/>
                  <a:pt x="9074484" y="373219"/>
                  <a:pt x="9052763" y="387450"/>
                </a:cubicBezTo>
                <a:cubicBezTo>
                  <a:pt x="9041247" y="395066"/>
                  <a:pt x="9031971" y="404773"/>
                  <a:pt x="9020858" y="412686"/>
                </a:cubicBezTo>
                <a:cubicBezTo>
                  <a:pt x="9000514" y="427162"/>
                  <a:pt x="8979766" y="441345"/>
                  <a:pt x="8958799" y="455068"/>
                </a:cubicBezTo>
                <a:cubicBezTo>
                  <a:pt x="8937836" y="468792"/>
                  <a:pt x="8917940" y="484502"/>
                  <a:pt x="8894669" y="494884"/>
                </a:cubicBezTo>
                <a:cubicBezTo>
                  <a:pt x="8854995" y="512490"/>
                  <a:pt x="8811321" y="524012"/>
                  <a:pt x="8772871" y="542815"/>
                </a:cubicBezTo>
                <a:cubicBezTo>
                  <a:pt x="8733852" y="561958"/>
                  <a:pt x="8697379" y="585375"/>
                  <a:pt x="8663102" y="609939"/>
                </a:cubicBezTo>
                <a:cubicBezTo>
                  <a:pt x="8635978" y="629295"/>
                  <a:pt x="8610598" y="648411"/>
                  <a:pt x="8575858" y="659344"/>
                </a:cubicBezTo>
                <a:cubicBezTo>
                  <a:pt x="8556476" y="665459"/>
                  <a:pt x="8536416" y="677725"/>
                  <a:pt x="8525191" y="691449"/>
                </a:cubicBezTo>
                <a:cubicBezTo>
                  <a:pt x="8500912" y="721337"/>
                  <a:pt x="8469036" y="743120"/>
                  <a:pt x="8432740" y="762134"/>
                </a:cubicBezTo>
                <a:cubicBezTo>
                  <a:pt x="8384287" y="787695"/>
                  <a:pt x="8336442" y="813700"/>
                  <a:pt x="8287775" y="838802"/>
                </a:cubicBezTo>
                <a:cubicBezTo>
                  <a:pt x="8259073" y="853684"/>
                  <a:pt x="8230604" y="869336"/>
                  <a:pt x="8199975" y="880700"/>
                </a:cubicBezTo>
                <a:cubicBezTo>
                  <a:pt x="8137395" y="904120"/>
                  <a:pt x="8073115" y="924637"/>
                  <a:pt x="8009879" y="946676"/>
                </a:cubicBezTo>
                <a:cubicBezTo>
                  <a:pt x="7989181" y="953793"/>
                  <a:pt x="7969777" y="963518"/>
                  <a:pt x="7948650" y="969872"/>
                </a:cubicBezTo>
                <a:cubicBezTo>
                  <a:pt x="7925797" y="976781"/>
                  <a:pt x="7901001" y="979703"/>
                  <a:pt x="7878149" y="986611"/>
                </a:cubicBezTo>
                <a:cubicBezTo>
                  <a:pt x="7840120" y="998017"/>
                  <a:pt x="7803387" y="1012030"/>
                  <a:pt x="7765368" y="1023592"/>
                </a:cubicBezTo>
                <a:cubicBezTo>
                  <a:pt x="7692011" y="1045805"/>
                  <a:pt x="7618421" y="1067243"/>
                  <a:pt x="7544827" y="1088525"/>
                </a:cubicBezTo>
                <a:cubicBezTo>
                  <a:pt x="7529069" y="1093051"/>
                  <a:pt x="7511791" y="1094355"/>
                  <a:pt x="7496243" y="1099185"/>
                </a:cubicBezTo>
                <a:cubicBezTo>
                  <a:pt x="7454978" y="1112160"/>
                  <a:pt x="7413953" y="1126064"/>
                  <a:pt x="7373131" y="1140118"/>
                </a:cubicBezTo>
                <a:cubicBezTo>
                  <a:pt x="7348411" y="1148686"/>
                  <a:pt x="7324355" y="1158947"/>
                  <a:pt x="7299425" y="1167211"/>
                </a:cubicBezTo>
                <a:cubicBezTo>
                  <a:pt x="7279481" y="1173822"/>
                  <a:pt x="7258894" y="1179208"/>
                  <a:pt x="7238066" y="1183666"/>
                </a:cubicBezTo>
                <a:cubicBezTo>
                  <a:pt x="7220132" y="1187513"/>
                  <a:pt x="7201262" y="1188107"/>
                  <a:pt x="7183552" y="1192571"/>
                </a:cubicBezTo>
                <a:cubicBezTo>
                  <a:pt x="7135617" y="1204612"/>
                  <a:pt x="7088328" y="1217878"/>
                  <a:pt x="7040813" y="1230525"/>
                </a:cubicBezTo>
                <a:cubicBezTo>
                  <a:pt x="7021767" y="1235524"/>
                  <a:pt x="7002277" y="1239447"/>
                  <a:pt x="6983864" y="1245513"/>
                </a:cubicBezTo>
                <a:cubicBezTo>
                  <a:pt x="6934564" y="1261544"/>
                  <a:pt x="6886133" y="1279414"/>
                  <a:pt x="6836601" y="1294672"/>
                </a:cubicBezTo>
                <a:cubicBezTo>
                  <a:pt x="6795516" y="1307324"/>
                  <a:pt x="6753122" y="1317057"/>
                  <a:pt x="6711393" y="1328485"/>
                </a:cubicBezTo>
                <a:cubicBezTo>
                  <a:pt x="6693705" y="1333419"/>
                  <a:pt x="6676878" y="1340036"/>
                  <a:pt x="6659164" y="1344343"/>
                </a:cubicBezTo>
                <a:cubicBezTo>
                  <a:pt x="6619497" y="1354102"/>
                  <a:pt x="6579188" y="1362635"/>
                  <a:pt x="6539327" y="1372405"/>
                </a:cubicBezTo>
                <a:cubicBezTo>
                  <a:pt x="6516609" y="1378051"/>
                  <a:pt x="6494842" y="1387262"/>
                  <a:pt x="6471659" y="1391362"/>
                </a:cubicBezTo>
                <a:cubicBezTo>
                  <a:pt x="6416600" y="1401077"/>
                  <a:pt x="6361053" y="1408777"/>
                  <a:pt x="6305536" y="1417103"/>
                </a:cubicBezTo>
                <a:cubicBezTo>
                  <a:pt x="6248279" y="1425669"/>
                  <a:pt x="6191229" y="1434541"/>
                  <a:pt x="6133939" y="1442481"/>
                </a:cubicBezTo>
                <a:cubicBezTo>
                  <a:pt x="6102579" y="1446662"/>
                  <a:pt x="6070917" y="1448658"/>
                  <a:pt x="6039547" y="1452681"/>
                </a:cubicBezTo>
                <a:cubicBezTo>
                  <a:pt x="6012050" y="1456206"/>
                  <a:pt x="5984839" y="1461597"/>
                  <a:pt x="5957366" y="1465590"/>
                </a:cubicBezTo>
                <a:cubicBezTo>
                  <a:pt x="5933562" y="1468934"/>
                  <a:pt x="5909518" y="1471349"/>
                  <a:pt x="5885715" y="1474694"/>
                </a:cubicBezTo>
                <a:cubicBezTo>
                  <a:pt x="5847596" y="1480140"/>
                  <a:pt x="5809691" y="1486048"/>
                  <a:pt x="5771774" y="1491643"/>
                </a:cubicBezTo>
                <a:cubicBezTo>
                  <a:pt x="5755903" y="1493820"/>
                  <a:pt x="5739373" y="1498540"/>
                  <a:pt x="5724294" y="1496914"/>
                </a:cubicBezTo>
                <a:cubicBezTo>
                  <a:pt x="5686295" y="1492781"/>
                  <a:pt x="5649250" y="1496294"/>
                  <a:pt x="5611931" y="1502173"/>
                </a:cubicBezTo>
                <a:cubicBezTo>
                  <a:pt x="5599171" y="1504201"/>
                  <a:pt x="5585354" y="1504553"/>
                  <a:pt x="5572785" y="1502492"/>
                </a:cubicBezTo>
                <a:cubicBezTo>
                  <a:pt x="5547064" y="1498394"/>
                  <a:pt x="5522015" y="1492069"/>
                  <a:pt x="5496622" y="1486703"/>
                </a:cubicBezTo>
                <a:cubicBezTo>
                  <a:pt x="5493862" y="1486051"/>
                  <a:pt x="5490551" y="1486053"/>
                  <a:pt x="5487614" y="1485725"/>
                </a:cubicBezTo>
                <a:cubicBezTo>
                  <a:pt x="5470960" y="1483859"/>
                  <a:pt x="5454506" y="1481984"/>
                  <a:pt x="5437869" y="1480432"/>
                </a:cubicBezTo>
                <a:cubicBezTo>
                  <a:pt x="5428868" y="1479610"/>
                  <a:pt x="5419725" y="1479895"/>
                  <a:pt x="5410729" y="1479229"/>
                </a:cubicBezTo>
                <a:cubicBezTo>
                  <a:pt x="5375917" y="1476513"/>
                  <a:pt x="5338174" y="1485709"/>
                  <a:pt x="5307325" y="1468207"/>
                </a:cubicBezTo>
                <a:cubicBezTo>
                  <a:pt x="5287297" y="1456930"/>
                  <a:pt x="5268577" y="1460658"/>
                  <a:pt x="5247871" y="1463540"/>
                </a:cubicBezTo>
                <a:cubicBezTo>
                  <a:pt x="5232193" y="1465707"/>
                  <a:pt x="5216035" y="1466016"/>
                  <a:pt x="5200105" y="1466942"/>
                </a:cubicBezTo>
                <a:cubicBezTo>
                  <a:pt x="5172135" y="1468759"/>
                  <a:pt x="5144152" y="1470266"/>
                  <a:pt x="5116199" y="1472398"/>
                </a:cubicBezTo>
                <a:cubicBezTo>
                  <a:pt x="5107270" y="1473142"/>
                  <a:pt x="5098326" y="1477498"/>
                  <a:pt x="5089547" y="1477294"/>
                </a:cubicBezTo>
                <a:cubicBezTo>
                  <a:pt x="5048970" y="1476267"/>
                  <a:pt x="5008312" y="1473519"/>
                  <a:pt x="4967752" y="1472806"/>
                </a:cubicBezTo>
                <a:cubicBezTo>
                  <a:pt x="4944740" y="1472347"/>
                  <a:pt x="4921363" y="1476454"/>
                  <a:pt x="4898514" y="1475359"/>
                </a:cubicBezTo>
                <a:cubicBezTo>
                  <a:pt x="4872154" y="1474119"/>
                  <a:pt x="4846185" y="1468937"/>
                  <a:pt x="4819948" y="1466277"/>
                </a:cubicBezTo>
                <a:cubicBezTo>
                  <a:pt x="4812704" y="1465529"/>
                  <a:pt x="4804802" y="1467322"/>
                  <a:pt x="4797235" y="1467999"/>
                </a:cubicBezTo>
                <a:cubicBezTo>
                  <a:pt x="4788699" y="1468726"/>
                  <a:pt x="4780369" y="1469755"/>
                  <a:pt x="4771823" y="1470324"/>
                </a:cubicBezTo>
                <a:cubicBezTo>
                  <a:pt x="4745790" y="1471894"/>
                  <a:pt x="4719721" y="1472679"/>
                  <a:pt x="4693726" y="1475031"/>
                </a:cubicBezTo>
                <a:cubicBezTo>
                  <a:pt x="4677818" y="1476425"/>
                  <a:pt x="4661410" y="1483651"/>
                  <a:pt x="4646522" y="1482013"/>
                </a:cubicBezTo>
                <a:cubicBezTo>
                  <a:pt x="4616175" y="1478927"/>
                  <a:pt x="4586536" y="1490556"/>
                  <a:pt x="4556001" y="1483554"/>
                </a:cubicBezTo>
                <a:cubicBezTo>
                  <a:pt x="4546547" y="1481499"/>
                  <a:pt x="4534022" y="1488380"/>
                  <a:pt x="4522761" y="1489236"/>
                </a:cubicBezTo>
                <a:cubicBezTo>
                  <a:pt x="4494612" y="1491377"/>
                  <a:pt x="4466422" y="1492580"/>
                  <a:pt x="4438228" y="1493782"/>
                </a:cubicBezTo>
                <a:cubicBezTo>
                  <a:pt x="4412951" y="1494844"/>
                  <a:pt x="4386813" y="1498301"/>
                  <a:pt x="4362305" y="1495088"/>
                </a:cubicBezTo>
                <a:cubicBezTo>
                  <a:pt x="4336613" y="1491619"/>
                  <a:pt x="4313708" y="1493351"/>
                  <a:pt x="4289278" y="1499864"/>
                </a:cubicBezTo>
                <a:cubicBezTo>
                  <a:pt x="4272539" y="1504281"/>
                  <a:pt x="4254677" y="1505613"/>
                  <a:pt x="4237236" y="1507551"/>
                </a:cubicBezTo>
                <a:cubicBezTo>
                  <a:pt x="4218443" y="1509712"/>
                  <a:pt x="4197483" y="1507428"/>
                  <a:pt x="4180626" y="1513420"/>
                </a:cubicBezTo>
                <a:cubicBezTo>
                  <a:pt x="4130437" y="1531219"/>
                  <a:pt x="4078308" y="1537027"/>
                  <a:pt x="4025047" y="1539594"/>
                </a:cubicBezTo>
                <a:cubicBezTo>
                  <a:pt x="4015328" y="1540063"/>
                  <a:pt x="4005307" y="1538350"/>
                  <a:pt x="3995866" y="1536451"/>
                </a:cubicBezTo>
                <a:cubicBezTo>
                  <a:pt x="3940757" y="1524983"/>
                  <a:pt x="3886195" y="1528868"/>
                  <a:pt x="3831212" y="1540151"/>
                </a:cubicBezTo>
                <a:cubicBezTo>
                  <a:pt x="3819833" y="1542583"/>
                  <a:pt x="3807019" y="1543514"/>
                  <a:pt x="3795461" y="1542189"/>
                </a:cubicBezTo>
                <a:cubicBezTo>
                  <a:pt x="3762927" y="1538264"/>
                  <a:pt x="3731194" y="1530691"/>
                  <a:pt x="3698543" y="1528342"/>
                </a:cubicBezTo>
                <a:cubicBezTo>
                  <a:pt x="3644585" y="1524508"/>
                  <a:pt x="3599168" y="1548354"/>
                  <a:pt x="3551836" y="1564762"/>
                </a:cubicBezTo>
                <a:cubicBezTo>
                  <a:pt x="3506795" y="1580273"/>
                  <a:pt x="3469370" y="1612209"/>
                  <a:pt x="3415003" y="1608081"/>
                </a:cubicBezTo>
                <a:cubicBezTo>
                  <a:pt x="3409532" y="1607717"/>
                  <a:pt x="3403709" y="1612236"/>
                  <a:pt x="3397737" y="1613622"/>
                </a:cubicBezTo>
                <a:cubicBezTo>
                  <a:pt x="3381358" y="1617394"/>
                  <a:pt x="3365010" y="1621790"/>
                  <a:pt x="3348360" y="1624007"/>
                </a:cubicBezTo>
                <a:cubicBezTo>
                  <a:pt x="3328041" y="1626870"/>
                  <a:pt x="3307211" y="1627247"/>
                  <a:pt x="3286876" y="1629796"/>
                </a:cubicBezTo>
                <a:cubicBezTo>
                  <a:pt x="3273801" y="1631368"/>
                  <a:pt x="3260860" y="1633717"/>
                  <a:pt x="3247932" y="1635832"/>
                </a:cubicBezTo>
                <a:lnTo>
                  <a:pt x="3244999" y="1636180"/>
                </a:lnTo>
                <a:lnTo>
                  <a:pt x="3184484" y="1639097"/>
                </a:lnTo>
                <a:lnTo>
                  <a:pt x="3177540" y="1638715"/>
                </a:lnTo>
                <a:cubicBezTo>
                  <a:pt x="3167030" y="1637417"/>
                  <a:pt x="3156526" y="1635766"/>
                  <a:pt x="3146060" y="1634857"/>
                </a:cubicBezTo>
                <a:cubicBezTo>
                  <a:pt x="3116518" y="1632358"/>
                  <a:pt x="3084302" y="1635010"/>
                  <a:pt x="3057965" y="1626236"/>
                </a:cubicBezTo>
                <a:cubicBezTo>
                  <a:pt x="3029852" y="1616919"/>
                  <a:pt x="3003375" y="1613330"/>
                  <a:pt x="2974961" y="1617995"/>
                </a:cubicBezTo>
                <a:cubicBezTo>
                  <a:pt x="2965488" y="1619550"/>
                  <a:pt x="2953558" y="1626717"/>
                  <a:pt x="2949608" y="1633655"/>
                </a:cubicBezTo>
                <a:cubicBezTo>
                  <a:pt x="2940805" y="1649145"/>
                  <a:pt x="2927912" y="1652436"/>
                  <a:pt x="2909973" y="1648121"/>
                </a:cubicBezTo>
                <a:cubicBezTo>
                  <a:pt x="2894404" y="1644476"/>
                  <a:pt x="2875446" y="1643195"/>
                  <a:pt x="2864542" y="1635245"/>
                </a:cubicBezTo>
                <a:cubicBezTo>
                  <a:pt x="2833644" y="1612724"/>
                  <a:pt x="2795701" y="1613769"/>
                  <a:pt x="2758460" y="1609130"/>
                </a:cubicBezTo>
                <a:cubicBezTo>
                  <a:pt x="2735725" y="1606301"/>
                  <a:pt x="2714721" y="1607157"/>
                  <a:pt x="2692301" y="1610905"/>
                </a:cubicBezTo>
                <a:cubicBezTo>
                  <a:pt x="2643606" y="1619217"/>
                  <a:pt x="2595572" y="1613057"/>
                  <a:pt x="2548009" y="1604522"/>
                </a:cubicBezTo>
                <a:cubicBezTo>
                  <a:pt x="2516561" y="1598820"/>
                  <a:pt x="2484471" y="1595972"/>
                  <a:pt x="2453210" y="1590103"/>
                </a:cubicBezTo>
                <a:cubicBezTo>
                  <a:pt x="2429807" y="1585581"/>
                  <a:pt x="2406352" y="1579963"/>
                  <a:pt x="2384726" y="1571904"/>
                </a:cubicBezTo>
                <a:cubicBezTo>
                  <a:pt x="2353369" y="1560075"/>
                  <a:pt x="2325581" y="1541326"/>
                  <a:pt x="2286765" y="1548534"/>
                </a:cubicBezTo>
                <a:cubicBezTo>
                  <a:pt x="2252584" y="1554889"/>
                  <a:pt x="2221009" y="1546526"/>
                  <a:pt x="2189064" y="1538649"/>
                </a:cubicBezTo>
                <a:cubicBezTo>
                  <a:pt x="2165600" y="1532875"/>
                  <a:pt x="2142133" y="1526942"/>
                  <a:pt x="2118010" y="1523712"/>
                </a:cubicBezTo>
                <a:cubicBezTo>
                  <a:pt x="2089379" y="1519913"/>
                  <a:pt x="2057412" y="1523652"/>
                  <a:pt x="2031682" y="1515318"/>
                </a:cubicBezTo>
                <a:cubicBezTo>
                  <a:pt x="2004761" y="1506572"/>
                  <a:pt x="1983123" y="1514364"/>
                  <a:pt x="1959737" y="1518317"/>
                </a:cubicBezTo>
                <a:cubicBezTo>
                  <a:pt x="1922433" y="1524509"/>
                  <a:pt x="1885501" y="1534450"/>
                  <a:pt x="1847100" y="1525944"/>
                </a:cubicBezTo>
                <a:cubicBezTo>
                  <a:pt x="1800428" y="1515638"/>
                  <a:pt x="1754098" y="1504375"/>
                  <a:pt x="1707262" y="1494706"/>
                </a:cubicBezTo>
                <a:cubicBezTo>
                  <a:pt x="1689158" y="1491026"/>
                  <a:pt x="1669827" y="1490075"/>
                  <a:pt x="1651067" y="1488939"/>
                </a:cubicBezTo>
                <a:cubicBezTo>
                  <a:pt x="1633296" y="1488069"/>
                  <a:pt x="1612320" y="1493475"/>
                  <a:pt x="1598392" y="1487556"/>
                </a:cubicBezTo>
                <a:cubicBezTo>
                  <a:pt x="1562588" y="1472333"/>
                  <a:pt x="1526230" y="1465768"/>
                  <a:pt x="1485796" y="1467717"/>
                </a:cubicBezTo>
                <a:cubicBezTo>
                  <a:pt x="1470633" y="1468448"/>
                  <a:pt x="1455519" y="1462113"/>
                  <a:pt x="1440105" y="1461600"/>
                </a:cubicBezTo>
                <a:cubicBezTo>
                  <a:pt x="1419033" y="1461047"/>
                  <a:pt x="1394726" y="1457982"/>
                  <a:pt x="1376742" y="1464813"/>
                </a:cubicBezTo>
                <a:cubicBezTo>
                  <a:pt x="1334463" y="1480976"/>
                  <a:pt x="1299105" y="1470908"/>
                  <a:pt x="1260914" y="1458783"/>
                </a:cubicBezTo>
                <a:cubicBezTo>
                  <a:pt x="1223316" y="1446785"/>
                  <a:pt x="1183912" y="1437700"/>
                  <a:pt x="1144209" y="1430510"/>
                </a:cubicBezTo>
                <a:cubicBezTo>
                  <a:pt x="1129277" y="1427934"/>
                  <a:pt x="1111855" y="1434268"/>
                  <a:pt x="1095577" y="1436151"/>
                </a:cubicBezTo>
                <a:cubicBezTo>
                  <a:pt x="1089760" y="1436745"/>
                  <a:pt x="1083367" y="1437525"/>
                  <a:pt x="1078045" y="1436212"/>
                </a:cubicBezTo>
                <a:cubicBezTo>
                  <a:pt x="1026587" y="1423625"/>
                  <a:pt x="974523" y="1414679"/>
                  <a:pt x="919891" y="1425160"/>
                </a:cubicBezTo>
                <a:cubicBezTo>
                  <a:pt x="914876" y="1426187"/>
                  <a:pt x="909153" y="1424736"/>
                  <a:pt x="904047" y="1423883"/>
                </a:cubicBezTo>
                <a:cubicBezTo>
                  <a:pt x="879088" y="1419436"/>
                  <a:pt x="854553" y="1411675"/>
                  <a:pt x="829382" y="1410847"/>
                </a:cubicBezTo>
                <a:cubicBezTo>
                  <a:pt x="767326" y="1408817"/>
                  <a:pt x="705028" y="1409779"/>
                  <a:pt x="642661" y="1409490"/>
                </a:cubicBezTo>
                <a:cubicBezTo>
                  <a:pt x="638766" y="1409522"/>
                  <a:pt x="634684" y="1409719"/>
                  <a:pt x="631134" y="1408791"/>
                </a:cubicBezTo>
                <a:cubicBezTo>
                  <a:pt x="607871" y="1403163"/>
                  <a:pt x="587956" y="1406321"/>
                  <a:pt x="569136" y="1420097"/>
                </a:cubicBezTo>
                <a:cubicBezTo>
                  <a:pt x="560854" y="1426146"/>
                  <a:pt x="549335" y="1429684"/>
                  <a:pt x="538796" y="1433330"/>
                </a:cubicBezTo>
                <a:cubicBezTo>
                  <a:pt x="523276" y="1438787"/>
                  <a:pt x="507362" y="1444105"/>
                  <a:pt x="491177" y="1447867"/>
                </a:cubicBezTo>
                <a:cubicBezTo>
                  <a:pt x="475178" y="1451464"/>
                  <a:pt x="458068" y="1456211"/>
                  <a:pt x="442411" y="1454770"/>
                </a:cubicBezTo>
                <a:cubicBezTo>
                  <a:pt x="414232" y="1452205"/>
                  <a:pt x="387176" y="1444721"/>
                  <a:pt x="359296" y="1440257"/>
                </a:cubicBezTo>
                <a:cubicBezTo>
                  <a:pt x="349673" y="1438680"/>
                  <a:pt x="339191" y="1439501"/>
                  <a:pt x="329271" y="1439821"/>
                </a:cubicBezTo>
                <a:cubicBezTo>
                  <a:pt x="306503" y="1440449"/>
                  <a:pt x="283397" y="1446114"/>
                  <a:pt x="262167" y="1434111"/>
                </a:cubicBezTo>
                <a:cubicBezTo>
                  <a:pt x="242530" y="1422816"/>
                  <a:pt x="223456" y="1427345"/>
                  <a:pt x="203882" y="1437548"/>
                </a:cubicBezTo>
                <a:cubicBezTo>
                  <a:pt x="189813" y="1444818"/>
                  <a:pt x="173736" y="1450772"/>
                  <a:pt x="157723" y="1454055"/>
                </a:cubicBezTo>
                <a:cubicBezTo>
                  <a:pt x="135728" y="1458567"/>
                  <a:pt x="113832" y="1461037"/>
                  <a:pt x="89823" y="1460153"/>
                </a:cubicBezTo>
                <a:cubicBezTo>
                  <a:pt x="72843" y="1459559"/>
                  <a:pt x="59011" y="1459598"/>
                  <a:pt x="45393" y="1451938"/>
                </a:cubicBezTo>
                <a:cubicBezTo>
                  <a:pt x="43196" y="1450788"/>
                  <a:pt x="39293" y="1450662"/>
                  <a:pt x="36385" y="1450960"/>
                </a:cubicBezTo>
                <a:lnTo>
                  <a:pt x="0" y="1452514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92D19ED-1A05-473D-A7EB-F9E31AAF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"/>
            <a:ext cx="9739305" cy="1775939"/>
            <a:chOff x="1" y="1"/>
            <a:chExt cx="9739305" cy="177593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316762B-6EB0-4F1D-904A-0BBC21221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739305" cy="1775939"/>
            </a:xfrm>
            <a:custGeom>
              <a:avLst/>
              <a:gdLst>
                <a:gd name="connsiteX0" fmla="*/ 9506323 w 9739305"/>
                <a:gd name="connsiteY0" fmla="*/ 0 h 1775939"/>
                <a:gd name="connsiteX1" fmla="*/ 9739305 w 9739305"/>
                <a:gd name="connsiteY1" fmla="*/ 0 h 1775939"/>
                <a:gd name="connsiteX2" fmla="*/ 9721016 w 9739305"/>
                <a:gd name="connsiteY2" fmla="*/ 12453 h 1775939"/>
                <a:gd name="connsiteX3" fmla="*/ 9619776 w 9739305"/>
                <a:gd name="connsiteY3" fmla="*/ 90780 h 1775939"/>
                <a:gd name="connsiteX4" fmla="*/ 9506710 w 9739305"/>
                <a:gd name="connsiteY4" fmla="*/ 158222 h 1775939"/>
                <a:gd name="connsiteX5" fmla="*/ 9417057 w 9739305"/>
                <a:gd name="connsiteY5" fmla="*/ 238502 h 1775939"/>
                <a:gd name="connsiteX6" fmla="*/ 9380548 w 9739305"/>
                <a:gd name="connsiteY6" fmla="*/ 281379 h 1775939"/>
                <a:gd name="connsiteX7" fmla="*/ 9301035 w 9739305"/>
                <a:gd name="connsiteY7" fmla="*/ 313304 h 1775939"/>
                <a:gd name="connsiteX8" fmla="*/ 9215480 w 9739305"/>
                <a:gd name="connsiteY8" fmla="*/ 361372 h 1775939"/>
                <a:gd name="connsiteX9" fmla="*/ 9155376 w 9739305"/>
                <a:gd name="connsiteY9" fmla="*/ 407897 h 1775939"/>
                <a:gd name="connsiteX10" fmla="*/ 9108770 w 9739305"/>
                <a:gd name="connsiteY10" fmla="*/ 439335 h 1775939"/>
                <a:gd name="connsiteX11" fmla="*/ 9042339 w 9739305"/>
                <a:gd name="connsiteY11" fmla="*/ 471886 h 1775939"/>
                <a:gd name="connsiteX12" fmla="*/ 8976155 w 9739305"/>
                <a:gd name="connsiteY12" fmla="*/ 513526 h 1775939"/>
                <a:gd name="connsiteX13" fmla="*/ 8944250 w 9739305"/>
                <a:gd name="connsiteY13" fmla="*/ 538762 h 1775939"/>
                <a:gd name="connsiteX14" fmla="*/ 8882191 w 9739305"/>
                <a:gd name="connsiteY14" fmla="*/ 581144 h 1775939"/>
                <a:gd name="connsiteX15" fmla="*/ 8818061 w 9739305"/>
                <a:gd name="connsiteY15" fmla="*/ 620960 h 1775939"/>
                <a:gd name="connsiteX16" fmla="*/ 8696263 w 9739305"/>
                <a:gd name="connsiteY16" fmla="*/ 668892 h 1775939"/>
                <a:gd name="connsiteX17" fmla="*/ 8586493 w 9739305"/>
                <a:gd name="connsiteY17" fmla="*/ 736016 h 1775939"/>
                <a:gd name="connsiteX18" fmla="*/ 8499250 w 9739305"/>
                <a:gd name="connsiteY18" fmla="*/ 785420 h 1775939"/>
                <a:gd name="connsiteX19" fmla="*/ 8448581 w 9739305"/>
                <a:gd name="connsiteY19" fmla="*/ 817525 h 1775939"/>
                <a:gd name="connsiteX20" fmla="*/ 8356131 w 9739305"/>
                <a:gd name="connsiteY20" fmla="*/ 888209 h 1775939"/>
                <a:gd name="connsiteX21" fmla="*/ 8211166 w 9739305"/>
                <a:gd name="connsiteY21" fmla="*/ 964878 h 1775939"/>
                <a:gd name="connsiteX22" fmla="*/ 8123367 w 9739305"/>
                <a:gd name="connsiteY22" fmla="*/ 1006776 h 1775939"/>
                <a:gd name="connsiteX23" fmla="*/ 7933271 w 9739305"/>
                <a:gd name="connsiteY23" fmla="*/ 1072752 h 1775939"/>
                <a:gd name="connsiteX24" fmla="*/ 7872042 w 9739305"/>
                <a:gd name="connsiteY24" fmla="*/ 1095949 h 1775939"/>
                <a:gd name="connsiteX25" fmla="*/ 7801540 w 9739305"/>
                <a:gd name="connsiteY25" fmla="*/ 1112687 h 1775939"/>
                <a:gd name="connsiteX26" fmla="*/ 7688760 w 9739305"/>
                <a:gd name="connsiteY26" fmla="*/ 1149668 h 1775939"/>
                <a:gd name="connsiteX27" fmla="*/ 7468219 w 9739305"/>
                <a:gd name="connsiteY27" fmla="*/ 1214601 h 1775939"/>
                <a:gd name="connsiteX28" fmla="*/ 7419634 w 9739305"/>
                <a:gd name="connsiteY28" fmla="*/ 1225261 h 1775939"/>
                <a:gd name="connsiteX29" fmla="*/ 7296522 w 9739305"/>
                <a:gd name="connsiteY29" fmla="*/ 1266193 h 1775939"/>
                <a:gd name="connsiteX30" fmla="*/ 7222817 w 9739305"/>
                <a:gd name="connsiteY30" fmla="*/ 1293286 h 1775939"/>
                <a:gd name="connsiteX31" fmla="*/ 7161457 w 9739305"/>
                <a:gd name="connsiteY31" fmla="*/ 1309742 h 1775939"/>
                <a:gd name="connsiteX32" fmla="*/ 7106944 w 9739305"/>
                <a:gd name="connsiteY32" fmla="*/ 1318647 h 1775939"/>
                <a:gd name="connsiteX33" fmla="*/ 6964204 w 9739305"/>
                <a:gd name="connsiteY33" fmla="*/ 1356601 h 1775939"/>
                <a:gd name="connsiteX34" fmla="*/ 6907255 w 9739305"/>
                <a:gd name="connsiteY34" fmla="*/ 1371589 h 1775939"/>
                <a:gd name="connsiteX35" fmla="*/ 6759991 w 9739305"/>
                <a:gd name="connsiteY35" fmla="*/ 1420747 h 1775939"/>
                <a:gd name="connsiteX36" fmla="*/ 6634783 w 9739305"/>
                <a:gd name="connsiteY36" fmla="*/ 1454562 h 1775939"/>
                <a:gd name="connsiteX37" fmla="*/ 6582555 w 9739305"/>
                <a:gd name="connsiteY37" fmla="*/ 1470418 h 1775939"/>
                <a:gd name="connsiteX38" fmla="*/ 6462719 w 9739305"/>
                <a:gd name="connsiteY38" fmla="*/ 1498482 h 1775939"/>
                <a:gd name="connsiteX39" fmla="*/ 6395050 w 9739305"/>
                <a:gd name="connsiteY39" fmla="*/ 1517437 h 1775939"/>
                <a:gd name="connsiteX40" fmla="*/ 6228927 w 9739305"/>
                <a:gd name="connsiteY40" fmla="*/ 1543179 h 1775939"/>
                <a:gd name="connsiteX41" fmla="*/ 6057331 w 9739305"/>
                <a:gd name="connsiteY41" fmla="*/ 1568558 h 1775939"/>
                <a:gd name="connsiteX42" fmla="*/ 5962939 w 9739305"/>
                <a:gd name="connsiteY42" fmla="*/ 1578758 h 1775939"/>
                <a:gd name="connsiteX43" fmla="*/ 5880756 w 9739305"/>
                <a:gd name="connsiteY43" fmla="*/ 1591666 h 1775939"/>
                <a:gd name="connsiteX44" fmla="*/ 5809105 w 9739305"/>
                <a:gd name="connsiteY44" fmla="*/ 1600770 h 1775939"/>
                <a:gd name="connsiteX45" fmla="*/ 5695165 w 9739305"/>
                <a:gd name="connsiteY45" fmla="*/ 1617719 h 1775939"/>
                <a:gd name="connsiteX46" fmla="*/ 5647685 w 9739305"/>
                <a:gd name="connsiteY46" fmla="*/ 1622990 h 1775939"/>
                <a:gd name="connsiteX47" fmla="*/ 5535323 w 9739305"/>
                <a:gd name="connsiteY47" fmla="*/ 1628248 h 1775939"/>
                <a:gd name="connsiteX48" fmla="*/ 5496177 w 9739305"/>
                <a:gd name="connsiteY48" fmla="*/ 1628567 h 1775939"/>
                <a:gd name="connsiteX49" fmla="*/ 5420013 w 9739305"/>
                <a:gd name="connsiteY49" fmla="*/ 1612778 h 1775939"/>
                <a:gd name="connsiteX50" fmla="*/ 5411005 w 9739305"/>
                <a:gd name="connsiteY50" fmla="*/ 1611800 h 1775939"/>
                <a:gd name="connsiteX51" fmla="*/ 5361259 w 9739305"/>
                <a:gd name="connsiteY51" fmla="*/ 1606507 h 1775939"/>
                <a:gd name="connsiteX52" fmla="*/ 5334120 w 9739305"/>
                <a:gd name="connsiteY52" fmla="*/ 1605305 h 1775939"/>
                <a:gd name="connsiteX53" fmla="*/ 5230715 w 9739305"/>
                <a:gd name="connsiteY53" fmla="*/ 1594283 h 1775939"/>
                <a:gd name="connsiteX54" fmla="*/ 5171263 w 9739305"/>
                <a:gd name="connsiteY54" fmla="*/ 1589616 h 1775939"/>
                <a:gd name="connsiteX55" fmla="*/ 5123496 w 9739305"/>
                <a:gd name="connsiteY55" fmla="*/ 1593018 h 1775939"/>
                <a:gd name="connsiteX56" fmla="*/ 5039590 w 9739305"/>
                <a:gd name="connsiteY56" fmla="*/ 1598474 h 1775939"/>
                <a:gd name="connsiteX57" fmla="*/ 5012937 w 9739305"/>
                <a:gd name="connsiteY57" fmla="*/ 1603369 h 1775939"/>
                <a:gd name="connsiteX58" fmla="*/ 4891143 w 9739305"/>
                <a:gd name="connsiteY58" fmla="*/ 1598882 h 1775939"/>
                <a:gd name="connsiteX59" fmla="*/ 4821905 w 9739305"/>
                <a:gd name="connsiteY59" fmla="*/ 1601436 h 1775939"/>
                <a:gd name="connsiteX60" fmla="*/ 4743339 w 9739305"/>
                <a:gd name="connsiteY60" fmla="*/ 1592353 h 1775939"/>
                <a:gd name="connsiteX61" fmla="*/ 4720626 w 9739305"/>
                <a:gd name="connsiteY61" fmla="*/ 1594076 h 1775939"/>
                <a:gd name="connsiteX62" fmla="*/ 4695215 w 9739305"/>
                <a:gd name="connsiteY62" fmla="*/ 1596400 h 1775939"/>
                <a:gd name="connsiteX63" fmla="*/ 4617116 w 9739305"/>
                <a:gd name="connsiteY63" fmla="*/ 1601107 h 1775939"/>
                <a:gd name="connsiteX64" fmla="*/ 4569913 w 9739305"/>
                <a:gd name="connsiteY64" fmla="*/ 1608091 h 1775939"/>
                <a:gd name="connsiteX65" fmla="*/ 4479392 w 9739305"/>
                <a:gd name="connsiteY65" fmla="*/ 1609630 h 1775939"/>
                <a:gd name="connsiteX66" fmla="*/ 4446151 w 9739305"/>
                <a:gd name="connsiteY66" fmla="*/ 1615312 h 1775939"/>
                <a:gd name="connsiteX67" fmla="*/ 4361619 w 9739305"/>
                <a:gd name="connsiteY67" fmla="*/ 1619859 h 1775939"/>
                <a:gd name="connsiteX68" fmla="*/ 4285695 w 9739305"/>
                <a:gd name="connsiteY68" fmla="*/ 1621164 h 1775939"/>
                <a:gd name="connsiteX69" fmla="*/ 4212667 w 9739305"/>
                <a:gd name="connsiteY69" fmla="*/ 1625940 h 1775939"/>
                <a:gd name="connsiteX70" fmla="*/ 4160628 w 9739305"/>
                <a:gd name="connsiteY70" fmla="*/ 1633627 h 1775939"/>
                <a:gd name="connsiteX71" fmla="*/ 4104018 w 9739305"/>
                <a:gd name="connsiteY71" fmla="*/ 1639495 h 1775939"/>
                <a:gd name="connsiteX72" fmla="*/ 3948438 w 9739305"/>
                <a:gd name="connsiteY72" fmla="*/ 1665671 h 1775939"/>
                <a:gd name="connsiteX73" fmla="*/ 3919256 w 9739305"/>
                <a:gd name="connsiteY73" fmla="*/ 1662527 h 1775939"/>
                <a:gd name="connsiteX74" fmla="*/ 3754603 w 9739305"/>
                <a:gd name="connsiteY74" fmla="*/ 1666227 h 1775939"/>
                <a:gd name="connsiteX75" fmla="*/ 3718852 w 9739305"/>
                <a:gd name="connsiteY75" fmla="*/ 1668265 h 1775939"/>
                <a:gd name="connsiteX76" fmla="*/ 3621934 w 9739305"/>
                <a:gd name="connsiteY76" fmla="*/ 1654418 h 1775939"/>
                <a:gd name="connsiteX77" fmla="*/ 3475226 w 9739305"/>
                <a:gd name="connsiteY77" fmla="*/ 1690838 h 1775939"/>
                <a:gd name="connsiteX78" fmla="*/ 3338395 w 9739305"/>
                <a:gd name="connsiteY78" fmla="*/ 1734157 h 1775939"/>
                <a:gd name="connsiteX79" fmla="*/ 3321128 w 9739305"/>
                <a:gd name="connsiteY79" fmla="*/ 1739699 h 1775939"/>
                <a:gd name="connsiteX80" fmla="*/ 3271751 w 9739305"/>
                <a:gd name="connsiteY80" fmla="*/ 1750083 h 1775939"/>
                <a:gd name="connsiteX81" fmla="*/ 3210267 w 9739305"/>
                <a:gd name="connsiteY81" fmla="*/ 1755871 h 1775939"/>
                <a:gd name="connsiteX82" fmla="*/ 3132456 w 9739305"/>
                <a:gd name="connsiteY82" fmla="*/ 1766527 h 1775939"/>
                <a:gd name="connsiteX83" fmla="*/ 3069450 w 9739305"/>
                <a:gd name="connsiteY83" fmla="*/ 1760933 h 1775939"/>
                <a:gd name="connsiteX84" fmla="*/ 2981357 w 9739305"/>
                <a:gd name="connsiteY84" fmla="*/ 1752311 h 1775939"/>
                <a:gd name="connsiteX85" fmla="*/ 2898350 w 9739305"/>
                <a:gd name="connsiteY85" fmla="*/ 1744071 h 1775939"/>
                <a:gd name="connsiteX86" fmla="*/ 2872998 w 9739305"/>
                <a:gd name="connsiteY86" fmla="*/ 1759731 h 1775939"/>
                <a:gd name="connsiteX87" fmla="*/ 2833363 w 9739305"/>
                <a:gd name="connsiteY87" fmla="*/ 1774197 h 1775939"/>
                <a:gd name="connsiteX88" fmla="*/ 2787932 w 9739305"/>
                <a:gd name="connsiteY88" fmla="*/ 1761321 h 1775939"/>
                <a:gd name="connsiteX89" fmla="*/ 2681851 w 9739305"/>
                <a:gd name="connsiteY89" fmla="*/ 1735206 h 1775939"/>
                <a:gd name="connsiteX90" fmla="*/ 2615692 w 9739305"/>
                <a:gd name="connsiteY90" fmla="*/ 1736981 h 1775939"/>
                <a:gd name="connsiteX91" fmla="*/ 2471401 w 9739305"/>
                <a:gd name="connsiteY91" fmla="*/ 1730598 h 1775939"/>
                <a:gd name="connsiteX92" fmla="*/ 2376602 w 9739305"/>
                <a:gd name="connsiteY92" fmla="*/ 1716179 h 1775939"/>
                <a:gd name="connsiteX93" fmla="*/ 2308117 w 9739305"/>
                <a:gd name="connsiteY93" fmla="*/ 1697980 h 1775939"/>
                <a:gd name="connsiteX94" fmla="*/ 2210156 w 9739305"/>
                <a:gd name="connsiteY94" fmla="*/ 1674611 h 1775939"/>
                <a:gd name="connsiteX95" fmla="*/ 2112456 w 9739305"/>
                <a:gd name="connsiteY95" fmla="*/ 1664725 h 1775939"/>
                <a:gd name="connsiteX96" fmla="*/ 2041401 w 9739305"/>
                <a:gd name="connsiteY96" fmla="*/ 1649787 h 1775939"/>
                <a:gd name="connsiteX97" fmla="*/ 1955072 w 9739305"/>
                <a:gd name="connsiteY97" fmla="*/ 1641394 h 1775939"/>
                <a:gd name="connsiteX98" fmla="*/ 1883129 w 9739305"/>
                <a:gd name="connsiteY98" fmla="*/ 1644393 h 1775939"/>
                <a:gd name="connsiteX99" fmla="*/ 1770492 w 9739305"/>
                <a:gd name="connsiteY99" fmla="*/ 1652019 h 1775939"/>
                <a:gd name="connsiteX100" fmla="*/ 1630653 w 9739305"/>
                <a:gd name="connsiteY100" fmla="*/ 1620782 h 1775939"/>
                <a:gd name="connsiteX101" fmla="*/ 1574457 w 9739305"/>
                <a:gd name="connsiteY101" fmla="*/ 1615016 h 1775939"/>
                <a:gd name="connsiteX102" fmla="*/ 1521784 w 9739305"/>
                <a:gd name="connsiteY102" fmla="*/ 1613632 h 1775939"/>
                <a:gd name="connsiteX103" fmla="*/ 1409187 w 9739305"/>
                <a:gd name="connsiteY103" fmla="*/ 1593793 h 1775939"/>
                <a:gd name="connsiteX104" fmla="*/ 1363496 w 9739305"/>
                <a:gd name="connsiteY104" fmla="*/ 1587676 h 1775939"/>
                <a:gd name="connsiteX105" fmla="*/ 1300134 w 9739305"/>
                <a:gd name="connsiteY105" fmla="*/ 1590889 h 1775939"/>
                <a:gd name="connsiteX106" fmla="*/ 1184306 w 9739305"/>
                <a:gd name="connsiteY106" fmla="*/ 1584859 h 1775939"/>
                <a:gd name="connsiteX107" fmla="*/ 1067600 w 9739305"/>
                <a:gd name="connsiteY107" fmla="*/ 1556587 h 1775939"/>
                <a:gd name="connsiteX108" fmla="*/ 1018967 w 9739305"/>
                <a:gd name="connsiteY108" fmla="*/ 1562226 h 1775939"/>
                <a:gd name="connsiteX109" fmla="*/ 1001437 w 9739305"/>
                <a:gd name="connsiteY109" fmla="*/ 1562287 h 1775939"/>
                <a:gd name="connsiteX110" fmla="*/ 843282 w 9739305"/>
                <a:gd name="connsiteY110" fmla="*/ 1551235 h 1775939"/>
                <a:gd name="connsiteX111" fmla="*/ 827437 w 9739305"/>
                <a:gd name="connsiteY111" fmla="*/ 1549959 h 1775939"/>
                <a:gd name="connsiteX112" fmla="*/ 752774 w 9739305"/>
                <a:gd name="connsiteY112" fmla="*/ 1536924 h 1775939"/>
                <a:gd name="connsiteX113" fmla="*/ 566053 w 9739305"/>
                <a:gd name="connsiteY113" fmla="*/ 1535567 h 1775939"/>
                <a:gd name="connsiteX114" fmla="*/ 554525 w 9739305"/>
                <a:gd name="connsiteY114" fmla="*/ 1534867 h 1775939"/>
                <a:gd name="connsiteX115" fmla="*/ 492526 w 9739305"/>
                <a:gd name="connsiteY115" fmla="*/ 1546173 h 1775939"/>
                <a:gd name="connsiteX116" fmla="*/ 462187 w 9739305"/>
                <a:gd name="connsiteY116" fmla="*/ 1559407 h 1775939"/>
                <a:gd name="connsiteX117" fmla="*/ 414568 w 9739305"/>
                <a:gd name="connsiteY117" fmla="*/ 1573944 h 1775939"/>
                <a:gd name="connsiteX118" fmla="*/ 365802 w 9739305"/>
                <a:gd name="connsiteY118" fmla="*/ 1580845 h 1775939"/>
                <a:gd name="connsiteX119" fmla="*/ 282687 w 9739305"/>
                <a:gd name="connsiteY119" fmla="*/ 1566332 h 1775939"/>
                <a:gd name="connsiteX120" fmla="*/ 252662 w 9739305"/>
                <a:gd name="connsiteY120" fmla="*/ 1565897 h 1775939"/>
                <a:gd name="connsiteX121" fmla="*/ 185558 w 9739305"/>
                <a:gd name="connsiteY121" fmla="*/ 1560187 h 1775939"/>
                <a:gd name="connsiteX122" fmla="*/ 127273 w 9739305"/>
                <a:gd name="connsiteY122" fmla="*/ 1563624 h 1775939"/>
                <a:gd name="connsiteX123" fmla="*/ 81114 w 9739305"/>
                <a:gd name="connsiteY123" fmla="*/ 1580132 h 1775939"/>
                <a:gd name="connsiteX124" fmla="*/ 13214 w 9739305"/>
                <a:gd name="connsiteY124" fmla="*/ 1586229 h 1775939"/>
                <a:gd name="connsiteX125" fmla="*/ 0 w 9739305"/>
                <a:gd name="connsiteY125" fmla="*/ 1585408 h 1775939"/>
                <a:gd name="connsiteX126" fmla="*/ 0 w 9739305"/>
                <a:gd name="connsiteY126" fmla="*/ 1251083 h 1775939"/>
                <a:gd name="connsiteX127" fmla="*/ 4829 w 9739305"/>
                <a:gd name="connsiteY127" fmla="*/ 1250628 h 1775939"/>
                <a:gd name="connsiteX128" fmla="*/ 48555 w 9739305"/>
                <a:gd name="connsiteY128" fmla="*/ 1240203 h 1775939"/>
                <a:gd name="connsiteX129" fmla="*/ 72789 w 9739305"/>
                <a:gd name="connsiteY129" fmla="*/ 1233698 h 1775939"/>
                <a:gd name="connsiteX130" fmla="*/ 197847 w 9739305"/>
                <a:gd name="connsiteY130" fmla="*/ 1212918 h 1775939"/>
                <a:gd name="connsiteX131" fmla="*/ 253067 w 9739305"/>
                <a:gd name="connsiteY131" fmla="*/ 1194405 h 1775939"/>
                <a:gd name="connsiteX132" fmla="*/ 268116 w 9739305"/>
                <a:gd name="connsiteY132" fmla="*/ 1191325 h 1775939"/>
                <a:gd name="connsiteX133" fmla="*/ 351434 w 9739305"/>
                <a:gd name="connsiteY133" fmla="*/ 1193900 h 1775939"/>
                <a:gd name="connsiteX134" fmla="*/ 414867 w 9739305"/>
                <a:gd name="connsiteY134" fmla="*/ 1216423 h 1775939"/>
                <a:gd name="connsiteX135" fmla="*/ 427335 w 9739305"/>
                <a:gd name="connsiteY135" fmla="*/ 1224454 h 1775939"/>
                <a:gd name="connsiteX136" fmla="*/ 600582 w 9739305"/>
                <a:gd name="connsiteY136" fmla="*/ 1213120 h 1775939"/>
                <a:gd name="connsiteX137" fmla="*/ 627039 w 9739305"/>
                <a:gd name="connsiteY137" fmla="*/ 1208235 h 1775939"/>
                <a:gd name="connsiteX138" fmla="*/ 756446 w 9739305"/>
                <a:gd name="connsiteY138" fmla="*/ 1217062 h 1775939"/>
                <a:gd name="connsiteX139" fmla="*/ 794106 w 9739305"/>
                <a:gd name="connsiteY139" fmla="*/ 1218229 h 1775939"/>
                <a:gd name="connsiteX140" fmla="*/ 929268 w 9739305"/>
                <a:gd name="connsiteY140" fmla="*/ 1225211 h 1775939"/>
                <a:gd name="connsiteX141" fmla="*/ 947713 w 9739305"/>
                <a:gd name="connsiteY141" fmla="*/ 1211766 h 1775939"/>
                <a:gd name="connsiteX142" fmla="*/ 1001014 w 9739305"/>
                <a:gd name="connsiteY142" fmla="*/ 1177651 h 1775939"/>
                <a:gd name="connsiteX143" fmla="*/ 1107747 w 9739305"/>
                <a:gd name="connsiteY143" fmla="*/ 1144571 h 1775939"/>
                <a:gd name="connsiteX144" fmla="*/ 1137175 w 9739305"/>
                <a:gd name="connsiteY144" fmla="*/ 1144721 h 1775939"/>
                <a:gd name="connsiteX145" fmla="*/ 1213670 w 9739305"/>
                <a:gd name="connsiteY145" fmla="*/ 1187646 h 1775939"/>
                <a:gd name="connsiteX146" fmla="*/ 1250725 w 9739305"/>
                <a:gd name="connsiteY146" fmla="*/ 1204534 h 1775939"/>
                <a:gd name="connsiteX147" fmla="*/ 1355013 w 9739305"/>
                <a:gd name="connsiteY147" fmla="*/ 1233876 h 1775939"/>
                <a:gd name="connsiteX148" fmla="*/ 1363867 w 9739305"/>
                <a:gd name="connsiteY148" fmla="*/ 1239727 h 1775939"/>
                <a:gd name="connsiteX149" fmla="*/ 1443262 w 9739305"/>
                <a:gd name="connsiteY149" fmla="*/ 1310445 h 1775939"/>
                <a:gd name="connsiteX150" fmla="*/ 1460979 w 9739305"/>
                <a:gd name="connsiteY150" fmla="*/ 1322303 h 1775939"/>
                <a:gd name="connsiteX151" fmla="*/ 1482536 w 9739305"/>
                <a:gd name="connsiteY151" fmla="*/ 1341039 h 1775939"/>
                <a:gd name="connsiteX152" fmla="*/ 1548717 w 9739305"/>
                <a:gd name="connsiteY152" fmla="*/ 1376141 h 1775939"/>
                <a:gd name="connsiteX153" fmla="*/ 1629003 w 9739305"/>
                <a:gd name="connsiteY153" fmla="*/ 1384512 h 1775939"/>
                <a:gd name="connsiteX154" fmla="*/ 1726123 w 9739305"/>
                <a:gd name="connsiteY154" fmla="*/ 1398505 h 1775939"/>
                <a:gd name="connsiteX155" fmla="*/ 1766964 w 9739305"/>
                <a:gd name="connsiteY155" fmla="*/ 1409092 h 1775939"/>
                <a:gd name="connsiteX156" fmla="*/ 1875994 w 9739305"/>
                <a:gd name="connsiteY156" fmla="*/ 1427691 h 1775939"/>
                <a:gd name="connsiteX157" fmla="*/ 1953935 w 9739305"/>
                <a:gd name="connsiteY157" fmla="*/ 1444021 h 1775939"/>
                <a:gd name="connsiteX158" fmla="*/ 2065495 w 9739305"/>
                <a:gd name="connsiteY158" fmla="*/ 1450414 h 1775939"/>
                <a:gd name="connsiteX159" fmla="*/ 2119362 w 9739305"/>
                <a:gd name="connsiteY159" fmla="*/ 1448287 h 1775939"/>
                <a:gd name="connsiteX160" fmla="*/ 2221201 w 9739305"/>
                <a:gd name="connsiteY160" fmla="*/ 1503642 h 1775939"/>
                <a:gd name="connsiteX161" fmla="*/ 2302040 w 9739305"/>
                <a:gd name="connsiteY161" fmla="*/ 1539608 h 1775939"/>
                <a:gd name="connsiteX162" fmla="*/ 2384113 w 9739305"/>
                <a:gd name="connsiteY162" fmla="*/ 1516348 h 1775939"/>
                <a:gd name="connsiteX163" fmla="*/ 2405786 w 9739305"/>
                <a:gd name="connsiteY163" fmla="*/ 1497098 h 1775939"/>
                <a:gd name="connsiteX164" fmla="*/ 2541024 w 9739305"/>
                <a:gd name="connsiteY164" fmla="*/ 1473316 h 1775939"/>
                <a:gd name="connsiteX165" fmla="*/ 2735378 w 9739305"/>
                <a:gd name="connsiteY165" fmla="*/ 1463319 h 1775939"/>
                <a:gd name="connsiteX166" fmla="*/ 3056752 w 9739305"/>
                <a:gd name="connsiteY166" fmla="*/ 1408590 h 1775939"/>
                <a:gd name="connsiteX167" fmla="*/ 3112247 w 9739305"/>
                <a:gd name="connsiteY167" fmla="*/ 1387711 h 1775939"/>
                <a:gd name="connsiteX168" fmla="*/ 3175396 w 9739305"/>
                <a:gd name="connsiteY168" fmla="*/ 1380116 h 1775939"/>
                <a:gd name="connsiteX169" fmla="*/ 3200231 w 9739305"/>
                <a:gd name="connsiteY169" fmla="*/ 1390061 h 1775939"/>
                <a:gd name="connsiteX170" fmla="*/ 3307359 w 9739305"/>
                <a:gd name="connsiteY170" fmla="*/ 1401532 h 1775939"/>
                <a:gd name="connsiteX171" fmla="*/ 3327591 w 9739305"/>
                <a:gd name="connsiteY171" fmla="*/ 1400871 h 1775939"/>
                <a:gd name="connsiteX172" fmla="*/ 3396452 w 9739305"/>
                <a:gd name="connsiteY172" fmla="*/ 1390488 h 1775939"/>
                <a:gd name="connsiteX173" fmla="*/ 3460402 w 9739305"/>
                <a:gd name="connsiteY173" fmla="*/ 1383325 h 1775939"/>
                <a:gd name="connsiteX174" fmla="*/ 3622771 w 9739305"/>
                <a:gd name="connsiteY174" fmla="*/ 1388838 h 1775939"/>
                <a:gd name="connsiteX175" fmla="*/ 3746637 w 9739305"/>
                <a:gd name="connsiteY175" fmla="*/ 1379728 h 1775939"/>
                <a:gd name="connsiteX176" fmla="*/ 3803936 w 9739305"/>
                <a:gd name="connsiteY176" fmla="*/ 1380104 h 1775939"/>
                <a:gd name="connsiteX177" fmla="*/ 3836429 w 9739305"/>
                <a:gd name="connsiteY177" fmla="*/ 1383246 h 1775939"/>
                <a:gd name="connsiteX178" fmla="*/ 3911096 w 9739305"/>
                <a:gd name="connsiteY178" fmla="*/ 1412447 h 1775939"/>
                <a:gd name="connsiteX179" fmla="*/ 3951494 w 9739305"/>
                <a:gd name="connsiteY179" fmla="*/ 1417876 h 1775939"/>
                <a:gd name="connsiteX180" fmla="*/ 4071982 w 9739305"/>
                <a:gd name="connsiteY180" fmla="*/ 1411440 h 1775939"/>
                <a:gd name="connsiteX181" fmla="*/ 4250380 w 9739305"/>
                <a:gd name="connsiteY181" fmla="*/ 1353404 h 1775939"/>
                <a:gd name="connsiteX182" fmla="*/ 4268920 w 9739305"/>
                <a:gd name="connsiteY182" fmla="*/ 1345917 h 1775939"/>
                <a:gd name="connsiteX183" fmla="*/ 4360470 w 9739305"/>
                <a:gd name="connsiteY183" fmla="*/ 1333343 h 1775939"/>
                <a:gd name="connsiteX184" fmla="*/ 4423403 w 9739305"/>
                <a:gd name="connsiteY184" fmla="*/ 1341452 h 1775939"/>
                <a:gd name="connsiteX185" fmla="*/ 4509460 w 9739305"/>
                <a:gd name="connsiteY185" fmla="*/ 1360374 h 1775939"/>
                <a:gd name="connsiteX186" fmla="*/ 4586780 w 9739305"/>
                <a:gd name="connsiteY186" fmla="*/ 1375951 h 1775939"/>
                <a:gd name="connsiteX187" fmla="*/ 4643424 w 9739305"/>
                <a:gd name="connsiteY187" fmla="*/ 1395033 h 1775939"/>
                <a:gd name="connsiteX188" fmla="*/ 4771320 w 9739305"/>
                <a:gd name="connsiteY188" fmla="*/ 1404876 h 1775939"/>
                <a:gd name="connsiteX189" fmla="*/ 4784667 w 9739305"/>
                <a:gd name="connsiteY189" fmla="*/ 1406901 h 1775939"/>
                <a:gd name="connsiteX190" fmla="*/ 4879368 w 9739305"/>
                <a:gd name="connsiteY190" fmla="*/ 1382875 h 1775939"/>
                <a:gd name="connsiteX191" fmla="*/ 4993296 w 9739305"/>
                <a:gd name="connsiteY191" fmla="*/ 1357609 h 1775939"/>
                <a:gd name="connsiteX192" fmla="*/ 5034636 w 9739305"/>
                <a:gd name="connsiteY192" fmla="*/ 1362363 h 1775939"/>
                <a:gd name="connsiteX193" fmla="*/ 5091273 w 9739305"/>
                <a:gd name="connsiteY193" fmla="*/ 1369207 h 1775939"/>
                <a:gd name="connsiteX194" fmla="*/ 5143127 w 9739305"/>
                <a:gd name="connsiteY194" fmla="*/ 1361686 h 1775939"/>
                <a:gd name="connsiteX195" fmla="*/ 5174789 w 9739305"/>
                <a:gd name="connsiteY195" fmla="*/ 1359688 h 1775939"/>
                <a:gd name="connsiteX196" fmla="*/ 5322233 w 9739305"/>
                <a:gd name="connsiteY196" fmla="*/ 1411274 h 1775939"/>
                <a:gd name="connsiteX197" fmla="*/ 5359206 w 9739305"/>
                <a:gd name="connsiteY197" fmla="*/ 1414357 h 1775939"/>
                <a:gd name="connsiteX198" fmla="*/ 5380352 w 9739305"/>
                <a:gd name="connsiteY198" fmla="*/ 1420558 h 1775939"/>
                <a:gd name="connsiteX199" fmla="*/ 5509233 w 9739305"/>
                <a:gd name="connsiteY199" fmla="*/ 1487165 h 1775939"/>
                <a:gd name="connsiteX200" fmla="*/ 5563203 w 9739305"/>
                <a:gd name="connsiteY200" fmla="*/ 1499314 h 1775939"/>
                <a:gd name="connsiteX201" fmla="*/ 5621569 w 9739305"/>
                <a:gd name="connsiteY201" fmla="*/ 1493518 h 1775939"/>
                <a:gd name="connsiteX202" fmla="*/ 5655136 w 9739305"/>
                <a:gd name="connsiteY202" fmla="*/ 1486565 h 1775939"/>
                <a:gd name="connsiteX203" fmla="*/ 5736883 w 9739305"/>
                <a:gd name="connsiteY203" fmla="*/ 1436327 h 1775939"/>
                <a:gd name="connsiteX204" fmla="*/ 5784777 w 9739305"/>
                <a:gd name="connsiteY204" fmla="*/ 1435588 h 1775939"/>
                <a:gd name="connsiteX205" fmla="*/ 5860952 w 9739305"/>
                <a:gd name="connsiteY205" fmla="*/ 1463773 h 1775939"/>
                <a:gd name="connsiteX206" fmla="*/ 5997123 w 9739305"/>
                <a:gd name="connsiteY206" fmla="*/ 1471491 h 1775939"/>
                <a:gd name="connsiteX207" fmla="*/ 6063793 w 9739305"/>
                <a:gd name="connsiteY207" fmla="*/ 1423706 h 1775939"/>
                <a:gd name="connsiteX208" fmla="*/ 6097303 w 9739305"/>
                <a:gd name="connsiteY208" fmla="*/ 1379247 h 1775939"/>
                <a:gd name="connsiteX209" fmla="*/ 6197741 w 9739305"/>
                <a:gd name="connsiteY209" fmla="*/ 1324656 h 1775939"/>
                <a:gd name="connsiteX210" fmla="*/ 6223125 w 9739305"/>
                <a:gd name="connsiteY210" fmla="*/ 1341950 h 1775939"/>
                <a:gd name="connsiteX211" fmla="*/ 6298923 w 9739305"/>
                <a:gd name="connsiteY211" fmla="*/ 1346144 h 1775939"/>
                <a:gd name="connsiteX212" fmla="*/ 6380532 w 9739305"/>
                <a:gd name="connsiteY212" fmla="*/ 1341582 h 1775939"/>
                <a:gd name="connsiteX213" fmla="*/ 6523222 w 9739305"/>
                <a:gd name="connsiteY213" fmla="*/ 1343021 h 1775939"/>
                <a:gd name="connsiteX214" fmla="*/ 6615600 w 9739305"/>
                <a:gd name="connsiteY214" fmla="*/ 1291015 h 1775939"/>
                <a:gd name="connsiteX215" fmla="*/ 6650812 w 9739305"/>
                <a:gd name="connsiteY215" fmla="*/ 1269700 h 1775939"/>
                <a:gd name="connsiteX216" fmla="*/ 6684030 w 9739305"/>
                <a:gd name="connsiteY216" fmla="*/ 1255543 h 1775939"/>
                <a:gd name="connsiteX217" fmla="*/ 6722764 w 9739305"/>
                <a:gd name="connsiteY217" fmla="*/ 1246615 h 1775939"/>
                <a:gd name="connsiteX218" fmla="*/ 6815757 w 9739305"/>
                <a:gd name="connsiteY218" fmla="*/ 1215451 h 1775939"/>
                <a:gd name="connsiteX219" fmla="*/ 6866200 w 9739305"/>
                <a:gd name="connsiteY219" fmla="*/ 1186810 h 1775939"/>
                <a:gd name="connsiteX220" fmla="*/ 6981228 w 9739305"/>
                <a:gd name="connsiteY220" fmla="*/ 1155999 h 1775939"/>
                <a:gd name="connsiteX221" fmla="*/ 7059255 w 9739305"/>
                <a:gd name="connsiteY221" fmla="*/ 1129638 h 1775939"/>
                <a:gd name="connsiteX222" fmla="*/ 7140774 w 9739305"/>
                <a:gd name="connsiteY222" fmla="*/ 1086787 h 1775939"/>
                <a:gd name="connsiteX223" fmla="*/ 7152150 w 9739305"/>
                <a:gd name="connsiteY223" fmla="*/ 1080276 h 1775939"/>
                <a:gd name="connsiteX224" fmla="*/ 7178911 w 9739305"/>
                <a:gd name="connsiteY224" fmla="*/ 1053404 h 1775939"/>
                <a:gd name="connsiteX225" fmla="*/ 7215302 w 9739305"/>
                <a:gd name="connsiteY225" fmla="*/ 963609 h 1775939"/>
                <a:gd name="connsiteX226" fmla="*/ 7226104 w 9739305"/>
                <a:gd name="connsiteY226" fmla="*/ 945196 h 1775939"/>
                <a:gd name="connsiteX227" fmla="*/ 7329145 w 9739305"/>
                <a:gd name="connsiteY227" fmla="*/ 879964 h 1775939"/>
                <a:gd name="connsiteX228" fmla="*/ 7368683 w 9739305"/>
                <a:gd name="connsiteY228" fmla="*/ 883708 h 1775939"/>
                <a:gd name="connsiteX229" fmla="*/ 7412980 w 9739305"/>
                <a:gd name="connsiteY229" fmla="*/ 901348 h 1775939"/>
                <a:gd name="connsiteX230" fmla="*/ 7508285 w 9739305"/>
                <a:gd name="connsiteY230" fmla="*/ 901932 h 1775939"/>
                <a:gd name="connsiteX231" fmla="*/ 7543367 w 9739305"/>
                <a:gd name="connsiteY231" fmla="*/ 890040 h 1775939"/>
                <a:gd name="connsiteX232" fmla="*/ 7604247 w 9739305"/>
                <a:gd name="connsiteY232" fmla="*/ 859640 h 1775939"/>
                <a:gd name="connsiteX233" fmla="*/ 7650214 w 9739305"/>
                <a:gd name="connsiteY233" fmla="*/ 814893 h 1775939"/>
                <a:gd name="connsiteX234" fmla="*/ 7716618 w 9739305"/>
                <a:gd name="connsiteY234" fmla="*/ 741384 h 1775939"/>
                <a:gd name="connsiteX235" fmla="*/ 7849257 w 9739305"/>
                <a:gd name="connsiteY235" fmla="*/ 708153 h 1775939"/>
                <a:gd name="connsiteX236" fmla="*/ 7900340 w 9739305"/>
                <a:gd name="connsiteY236" fmla="*/ 696745 h 1775939"/>
                <a:gd name="connsiteX237" fmla="*/ 8085922 w 9739305"/>
                <a:gd name="connsiteY237" fmla="*/ 650290 h 1775939"/>
                <a:gd name="connsiteX238" fmla="*/ 8102187 w 9739305"/>
                <a:gd name="connsiteY238" fmla="*/ 648251 h 1775939"/>
                <a:gd name="connsiteX239" fmla="*/ 8229960 w 9739305"/>
                <a:gd name="connsiteY239" fmla="*/ 598934 h 1775939"/>
                <a:gd name="connsiteX240" fmla="*/ 8260743 w 9739305"/>
                <a:gd name="connsiteY240" fmla="*/ 586776 h 1775939"/>
                <a:gd name="connsiteX241" fmla="*/ 8297724 w 9739305"/>
                <a:gd name="connsiteY241" fmla="*/ 557687 h 1775939"/>
                <a:gd name="connsiteX242" fmla="*/ 8329397 w 9739305"/>
                <a:gd name="connsiteY242" fmla="*/ 479103 h 1775939"/>
                <a:gd name="connsiteX243" fmla="*/ 8369109 w 9739305"/>
                <a:gd name="connsiteY243" fmla="*/ 442035 h 1775939"/>
                <a:gd name="connsiteX244" fmla="*/ 8398212 w 9739305"/>
                <a:gd name="connsiteY244" fmla="*/ 419288 h 1775939"/>
                <a:gd name="connsiteX245" fmla="*/ 8423091 w 9739305"/>
                <a:gd name="connsiteY245" fmla="*/ 385761 h 1775939"/>
                <a:gd name="connsiteX246" fmla="*/ 8445807 w 9739305"/>
                <a:gd name="connsiteY246" fmla="*/ 307296 h 1775939"/>
                <a:gd name="connsiteX247" fmla="*/ 8483136 w 9739305"/>
                <a:gd name="connsiteY247" fmla="*/ 236912 h 1775939"/>
                <a:gd name="connsiteX248" fmla="*/ 8554397 w 9739305"/>
                <a:gd name="connsiteY248" fmla="*/ 195498 h 1775939"/>
                <a:gd name="connsiteX249" fmla="*/ 8598729 w 9739305"/>
                <a:gd name="connsiteY249" fmla="*/ 173430 h 1775939"/>
                <a:gd name="connsiteX250" fmla="*/ 8779113 w 9739305"/>
                <a:gd name="connsiteY250" fmla="*/ 184822 h 1775939"/>
                <a:gd name="connsiteX251" fmla="*/ 8902517 w 9739305"/>
                <a:gd name="connsiteY251" fmla="*/ 198490 h 1775939"/>
                <a:gd name="connsiteX252" fmla="*/ 8942393 w 9739305"/>
                <a:gd name="connsiteY252" fmla="*/ 189035 h 1775939"/>
                <a:gd name="connsiteX253" fmla="*/ 9053027 w 9739305"/>
                <a:gd name="connsiteY253" fmla="*/ 119670 h 1775939"/>
                <a:gd name="connsiteX254" fmla="*/ 9164008 w 9739305"/>
                <a:gd name="connsiteY254" fmla="*/ 85758 h 1775939"/>
                <a:gd name="connsiteX255" fmla="*/ 9248172 w 9739305"/>
                <a:gd name="connsiteY255" fmla="*/ 73540 h 1775939"/>
                <a:gd name="connsiteX256" fmla="*/ 9320568 w 9739305"/>
                <a:gd name="connsiteY256" fmla="*/ 63772 h 1775939"/>
                <a:gd name="connsiteX257" fmla="*/ 9407003 w 9739305"/>
                <a:gd name="connsiteY257" fmla="*/ 42029 h 1775939"/>
                <a:gd name="connsiteX258" fmla="*/ 9455456 w 9739305"/>
                <a:gd name="connsiteY258" fmla="*/ 20546 h 177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9739305" h="1775939">
                  <a:moveTo>
                    <a:pt x="9506323" y="0"/>
                  </a:moveTo>
                  <a:lnTo>
                    <a:pt x="9739305" y="0"/>
                  </a:lnTo>
                  <a:lnTo>
                    <a:pt x="9721016" y="12453"/>
                  </a:lnTo>
                  <a:cubicBezTo>
                    <a:pt x="9690045" y="40939"/>
                    <a:pt x="9658859" y="68964"/>
                    <a:pt x="9619776" y="90780"/>
                  </a:cubicBezTo>
                  <a:cubicBezTo>
                    <a:pt x="9581267" y="112410"/>
                    <a:pt x="9545008" y="136288"/>
                    <a:pt x="9506710" y="158222"/>
                  </a:cubicBezTo>
                  <a:cubicBezTo>
                    <a:pt x="9469164" y="179649"/>
                    <a:pt x="9435404" y="202776"/>
                    <a:pt x="9417057" y="238502"/>
                  </a:cubicBezTo>
                  <a:cubicBezTo>
                    <a:pt x="9408857" y="254276"/>
                    <a:pt x="9397029" y="271640"/>
                    <a:pt x="9380548" y="281379"/>
                  </a:cubicBezTo>
                  <a:cubicBezTo>
                    <a:pt x="9357055" y="295224"/>
                    <a:pt x="9326757" y="301236"/>
                    <a:pt x="9301035" y="313304"/>
                  </a:cubicBezTo>
                  <a:cubicBezTo>
                    <a:pt x="9270739" y="327477"/>
                    <a:pt x="9235503" y="340162"/>
                    <a:pt x="9215480" y="361372"/>
                  </a:cubicBezTo>
                  <a:cubicBezTo>
                    <a:pt x="9197689" y="380278"/>
                    <a:pt x="9179513" y="395277"/>
                    <a:pt x="9155376" y="407897"/>
                  </a:cubicBezTo>
                  <a:cubicBezTo>
                    <a:pt x="9138462" y="416717"/>
                    <a:pt x="9126335" y="431897"/>
                    <a:pt x="9108770" y="439335"/>
                  </a:cubicBezTo>
                  <a:cubicBezTo>
                    <a:pt x="9085671" y="449237"/>
                    <a:pt x="9062288" y="457270"/>
                    <a:pt x="9042339" y="471886"/>
                  </a:cubicBezTo>
                  <a:cubicBezTo>
                    <a:pt x="9021638" y="487007"/>
                    <a:pt x="8997876" y="499296"/>
                    <a:pt x="8976155" y="513526"/>
                  </a:cubicBezTo>
                  <a:cubicBezTo>
                    <a:pt x="8964637" y="521143"/>
                    <a:pt x="8955362" y="530850"/>
                    <a:pt x="8944250" y="538762"/>
                  </a:cubicBezTo>
                  <a:cubicBezTo>
                    <a:pt x="8923906" y="553238"/>
                    <a:pt x="8903158" y="567422"/>
                    <a:pt x="8882191" y="581144"/>
                  </a:cubicBezTo>
                  <a:cubicBezTo>
                    <a:pt x="8861228" y="594868"/>
                    <a:pt x="8841332" y="610579"/>
                    <a:pt x="8818061" y="620960"/>
                  </a:cubicBezTo>
                  <a:cubicBezTo>
                    <a:pt x="8778386" y="638567"/>
                    <a:pt x="8734713" y="650088"/>
                    <a:pt x="8696263" y="668892"/>
                  </a:cubicBezTo>
                  <a:cubicBezTo>
                    <a:pt x="8657243" y="688034"/>
                    <a:pt x="8620769" y="711451"/>
                    <a:pt x="8586493" y="736016"/>
                  </a:cubicBezTo>
                  <a:cubicBezTo>
                    <a:pt x="8559370" y="755372"/>
                    <a:pt x="8533990" y="774487"/>
                    <a:pt x="8499250" y="785420"/>
                  </a:cubicBezTo>
                  <a:cubicBezTo>
                    <a:pt x="8479867" y="791534"/>
                    <a:pt x="8459807" y="803801"/>
                    <a:pt x="8448581" y="817525"/>
                  </a:cubicBezTo>
                  <a:cubicBezTo>
                    <a:pt x="8424305" y="847414"/>
                    <a:pt x="8392427" y="869197"/>
                    <a:pt x="8356131" y="888209"/>
                  </a:cubicBezTo>
                  <a:cubicBezTo>
                    <a:pt x="8307679" y="913772"/>
                    <a:pt x="8259834" y="939776"/>
                    <a:pt x="8211166" y="964878"/>
                  </a:cubicBezTo>
                  <a:cubicBezTo>
                    <a:pt x="8182465" y="979759"/>
                    <a:pt x="8153995" y="995412"/>
                    <a:pt x="8123367" y="1006776"/>
                  </a:cubicBezTo>
                  <a:cubicBezTo>
                    <a:pt x="8060787" y="1030195"/>
                    <a:pt x="7996505" y="1050714"/>
                    <a:pt x="7933271" y="1072752"/>
                  </a:cubicBezTo>
                  <a:cubicBezTo>
                    <a:pt x="7912572" y="1079870"/>
                    <a:pt x="7893169" y="1089594"/>
                    <a:pt x="7872042" y="1095949"/>
                  </a:cubicBezTo>
                  <a:cubicBezTo>
                    <a:pt x="7849189" y="1102856"/>
                    <a:pt x="7824394" y="1105779"/>
                    <a:pt x="7801540" y="1112687"/>
                  </a:cubicBezTo>
                  <a:cubicBezTo>
                    <a:pt x="7763512" y="1124093"/>
                    <a:pt x="7726779" y="1138106"/>
                    <a:pt x="7688760" y="1149668"/>
                  </a:cubicBezTo>
                  <a:cubicBezTo>
                    <a:pt x="7615403" y="1171881"/>
                    <a:pt x="7541813" y="1193320"/>
                    <a:pt x="7468219" y="1214601"/>
                  </a:cubicBezTo>
                  <a:cubicBezTo>
                    <a:pt x="7452461" y="1219127"/>
                    <a:pt x="7435183" y="1220431"/>
                    <a:pt x="7419634" y="1225261"/>
                  </a:cubicBezTo>
                  <a:cubicBezTo>
                    <a:pt x="7378370" y="1238236"/>
                    <a:pt x="7337343" y="1252140"/>
                    <a:pt x="7296522" y="1266193"/>
                  </a:cubicBezTo>
                  <a:cubicBezTo>
                    <a:pt x="7271802" y="1274761"/>
                    <a:pt x="7247746" y="1285023"/>
                    <a:pt x="7222817" y="1293286"/>
                  </a:cubicBezTo>
                  <a:cubicBezTo>
                    <a:pt x="7202872" y="1299897"/>
                    <a:pt x="7182284" y="1305284"/>
                    <a:pt x="7161457" y="1309742"/>
                  </a:cubicBezTo>
                  <a:cubicBezTo>
                    <a:pt x="7143523" y="1313589"/>
                    <a:pt x="7124653" y="1314184"/>
                    <a:pt x="7106944" y="1318647"/>
                  </a:cubicBezTo>
                  <a:cubicBezTo>
                    <a:pt x="7059008" y="1330687"/>
                    <a:pt x="7011720" y="1343954"/>
                    <a:pt x="6964204" y="1356601"/>
                  </a:cubicBezTo>
                  <a:cubicBezTo>
                    <a:pt x="6945158" y="1361601"/>
                    <a:pt x="6925667" y="1365522"/>
                    <a:pt x="6907255" y="1371589"/>
                  </a:cubicBezTo>
                  <a:cubicBezTo>
                    <a:pt x="6857955" y="1387619"/>
                    <a:pt x="6809525" y="1405490"/>
                    <a:pt x="6759991" y="1420747"/>
                  </a:cubicBezTo>
                  <a:cubicBezTo>
                    <a:pt x="6718908" y="1433400"/>
                    <a:pt x="6676513" y="1443133"/>
                    <a:pt x="6634783" y="1454562"/>
                  </a:cubicBezTo>
                  <a:cubicBezTo>
                    <a:pt x="6617097" y="1459495"/>
                    <a:pt x="6600269" y="1466113"/>
                    <a:pt x="6582555" y="1470418"/>
                  </a:cubicBezTo>
                  <a:cubicBezTo>
                    <a:pt x="6542888" y="1480178"/>
                    <a:pt x="6502579" y="1488712"/>
                    <a:pt x="6462719" y="1498482"/>
                  </a:cubicBezTo>
                  <a:cubicBezTo>
                    <a:pt x="6440000" y="1504127"/>
                    <a:pt x="6418233" y="1513338"/>
                    <a:pt x="6395050" y="1517437"/>
                  </a:cubicBezTo>
                  <a:cubicBezTo>
                    <a:pt x="6339992" y="1527154"/>
                    <a:pt x="6284444" y="1534853"/>
                    <a:pt x="6228927" y="1543179"/>
                  </a:cubicBezTo>
                  <a:cubicBezTo>
                    <a:pt x="6171671" y="1551745"/>
                    <a:pt x="6114621" y="1560617"/>
                    <a:pt x="6057331" y="1568558"/>
                  </a:cubicBezTo>
                  <a:cubicBezTo>
                    <a:pt x="6025969" y="1572738"/>
                    <a:pt x="5994307" y="1574734"/>
                    <a:pt x="5962939" y="1578758"/>
                  </a:cubicBezTo>
                  <a:cubicBezTo>
                    <a:pt x="5935441" y="1582281"/>
                    <a:pt x="5908230" y="1587673"/>
                    <a:pt x="5880756" y="1591666"/>
                  </a:cubicBezTo>
                  <a:cubicBezTo>
                    <a:pt x="5856953" y="1595010"/>
                    <a:pt x="5832910" y="1597425"/>
                    <a:pt x="5809105" y="1600770"/>
                  </a:cubicBezTo>
                  <a:cubicBezTo>
                    <a:pt x="5770986" y="1606216"/>
                    <a:pt x="5733083" y="1612124"/>
                    <a:pt x="5695165" y="1617719"/>
                  </a:cubicBezTo>
                  <a:cubicBezTo>
                    <a:pt x="5679295" y="1619896"/>
                    <a:pt x="5662765" y="1624616"/>
                    <a:pt x="5647685" y="1622990"/>
                  </a:cubicBezTo>
                  <a:cubicBezTo>
                    <a:pt x="5609687" y="1618857"/>
                    <a:pt x="5572641" y="1622370"/>
                    <a:pt x="5535323" y="1628248"/>
                  </a:cubicBezTo>
                  <a:cubicBezTo>
                    <a:pt x="5522562" y="1630278"/>
                    <a:pt x="5508745" y="1630629"/>
                    <a:pt x="5496177" y="1628567"/>
                  </a:cubicBezTo>
                  <a:cubicBezTo>
                    <a:pt x="5470455" y="1624470"/>
                    <a:pt x="5445407" y="1618145"/>
                    <a:pt x="5420013" y="1612778"/>
                  </a:cubicBezTo>
                  <a:cubicBezTo>
                    <a:pt x="5417253" y="1612127"/>
                    <a:pt x="5413941" y="1612129"/>
                    <a:pt x="5411005" y="1611800"/>
                  </a:cubicBezTo>
                  <a:cubicBezTo>
                    <a:pt x="5394351" y="1609934"/>
                    <a:pt x="5377898" y="1608060"/>
                    <a:pt x="5361259" y="1606507"/>
                  </a:cubicBezTo>
                  <a:cubicBezTo>
                    <a:pt x="5352259" y="1605686"/>
                    <a:pt x="5343116" y="1605970"/>
                    <a:pt x="5334120" y="1605305"/>
                  </a:cubicBezTo>
                  <a:cubicBezTo>
                    <a:pt x="5299308" y="1602589"/>
                    <a:pt x="5261564" y="1611785"/>
                    <a:pt x="5230715" y="1594283"/>
                  </a:cubicBezTo>
                  <a:cubicBezTo>
                    <a:pt x="5210688" y="1583006"/>
                    <a:pt x="5191969" y="1586734"/>
                    <a:pt x="5171263" y="1589616"/>
                  </a:cubicBezTo>
                  <a:cubicBezTo>
                    <a:pt x="5155583" y="1591784"/>
                    <a:pt x="5139427" y="1592091"/>
                    <a:pt x="5123496" y="1593018"/>
                  </a:cubicBezTo>
                  <a:cubicBezTo>
                    <a:pt x="5095527" y="1594836"/>
                    <a:pt x="5067543" y="1596342"/>
                    <a:pt x="5039590" y="1598474"/>
                  </a:cubicBezTo>
                  <a:cubicBezTo>
                    <a:pt x="5030662" y="1599218"/>
                    <a:pt x="5021716" y="1603574"/>
                    <a:pt x="5012937" y="1603369"/>
                  </a:cubicBezTo>
                  <a:cubicBezTo>
                    <a:pt x="4972362" y="1602343"/>
                    <a:pt x="4931703" y="1599594"/>
                    <a:pt x="4891143" y="1598882"/>
                  </a:cubicBezTo>
                  <a:cubicBezTo>
                    <a:pt x="4868132" y="1598423"/>
                    <a:pt x="4844753" y="1602530"/>
                    <a:pt x="4821905" y="1601436"/>
                  </a:cubicBezTo>
                  <a:cubicBezTo>
                    <a:pt x="4795544" y="1600196"/>
                    <a:pt x="4769576" y="1595013"/>
                    <a:pt x="4743339" y="1592353"/>
                  </a:cubicBezTo>
                  <a:cubicBezTo>
                    <a:pt x="4736095" y="1591605"/>
                    <a:pt x="4728193" y="1593398"/>
                    <a:pt x="4720626" y="1594076"/>
                  </a:cubicBezTo>
                  <a:cubicBezTo>
                    <a:pt x="4712089" y="1594803"/>
                    <a:pt x="4703760" y="1595832"/>
                    <a:pt x="4695215" y="1596400"/>
                  </a:cubicBezTo>
                  <a:cubicBezTo>
                    <a:pt x="4669182" y="1597969"/>
                    <a:pt x="4643112" y="1598756"/>
                    <a:pt x="4617116" y="1601107"/>
                  </a:cubicBezTo>
                  <a:cubicBezTo>
                    <a:pt x="4601208" y="1602502"/>
                    <a:pt x="4584802" y="1609727"/>
                    <a:pt x="4569913" y="1608091"/>
                  </a:cubicBezTo>
                  <a:cubicBezTo>
                    <a:pt x="4539567" y="1605002"/>
                    <a:pt x="4509928" y="1616632"/>
                    <a:pt x="4479392" y="1609630"/>
                  </a:cubicBezTo>
                  <a:cubicBezTo>
                    <a:pt x="4469938" y="1607574"/>
                    <a:pt x="4457412" y="1614456"/>
                    <a:pt x="4446151" y="1615312"/>
                  </a:cubicBezTo>
                  <a:cubicBezTo>
                    <a:pt x="4418004" y="1617453"/>
                    <a:pt x="4389812" y="1618656"/>
                    <a:pt x="4361619" y="1619859"/>
                  </a:cubicBezTo>
                  <a:cubicBezTo>
                    <a:pt x="4336341" y="1620921"/>
                    <a:pt x="4310204" y="1624377"/>
                    <a:pt x="4285695" y="1621164"/>
                  </a:cubicBezTo>
                  <a:cubicBezTo>
                    <a:pt x="4260004" y="1617695"/>
                    <a:pt x="4237099" y="1619427"/>
                    <a:pt x="4212667" y="1625940"/>
                  </a:cubicBezTo>
                  <a:cubicBezTo>
                    <a:pt x="4195929" y="1630357"/>
                    <a:pt x="4178068" y="1631689"/>
                    <a:pt x="4160628" y="1633627"/>
                  </a:cubicBezTo>
                  <a:cubicBezTo>
                    <a:pt x="4141833" y="1635789"/>
                    <a:pt x="4120875" y="1633504"/>
                    <a:pt x="4104018" y="1639495"/>
                  </a:cubicBezTo>
                  <a:cubicBezTo>
                    <a:pt x="4053828" y="1657296"/>
                    <a:pt x="4001698" y="1663104"/>
                    <a:pt x="3948438" y="1665671"/>
                  </a:cubicBezTo>
                  <a:cubicBezTo>
                    <a:pt x="3938718" y="1666140"/>
                    <a:pt x="3928697" y="1664427"/>
                    <a:pt x="3919256" y="1662527"/>
                  </a:cubicBezTo>
                  <a:cubicBezTo>
                    <a:pt x="3864147" y="1651058"/>
                    <a:pt x="3809587" y="1654944"/>
                    <a:pt x="3754603" y="1666227"/>
                  </a:cubicBezTo>
                  <a:cubicBezTo>
                    <a:pt x="3743223" y="1668658"/>
                    <a:pt x="3730411" y="1669591"/>
                    <a:pt x="3718852" y="1668265"/>
                  </a:cubicBezTo>
                  <a:cubicBezTo>
                    <a:pt x="3686318" y="1664340"/>
                    <a:pt x="3654585" y="1656767"/>
                    <a:pt x="3621934" y="1654418"/>
                  </a:cubicBezTo>
                  <a:cubicBezTo>
                    <a:pt x="3567977" y="1650585"/>
                    <a:pt x="3522560" y="1674431"/>
                    <a:pt x="3475226" y="1690838"/>
                  </a:cubicBezTo>
                  <a:cubicBezTo>
                    <a:pt x="3430187" y="1706349"/>
                    <a:pt x="3392759" y="1738285"/>
                    <a:pt x="3338395" y="1734157"/>
                  </a:cubicBezTo>
                  <a:cubicBezTo>
                    <a:pt x="3332924" y="1733793"/>
                    <a:pt x="3327102" y="1738312"/>
                    <a:pt x="3321128" y="1739699"/>
                  </a:cubicBezTo>
                  <a:cubicBezTo>
                    <a:pt x="3304749" y="1743471"/>
                    <a:pt x="3288400" y="1747867"/>
                    <a:pt x="3271751" y="1750083"/>
                  </a:cubicBezTo>
                  <a:cubicBezTo>
                    <a:pt x="3251431" y="1752946"/>
                    <a:pt x="3230601" y="1753322"/>
                    <a:pt x="3210267" y="1755871"/>
                  </a:cubicBezTo>
                  <a:cubicBezTo>
                    <a:pt x="3184115" y="1759015"/>
                    <a:pt x="3158504" y="1765272"/>
                    <a:pt x="3132456" y="1766527"/>
                  </a:cubicBezTo>
                  <a:cubicBezTo>
                    <a:pt x="3111463" y="1767539"/>
                    <a:pt x="3090384" y="1762749"/>
                    <a:pt x="3069450" y="1760933"/>
                  </a:cubicBezTo>
                  <a:cubicBezTo>
                    <a:pt x="3039909" y="1758434"/>
                    <a:pt x="3007693" y="1761086"/>
                    <a:pt x="2981357" y="1752311"/>
                  </a:cubicBezTo>
                  <a:cubicBezTo>
                    <a:pt x="2953242" y="1742995"/>
                    <a:pt x="2926767" y="1739406"/>
                    <a:pt x="2898350" y="1744071"/>
                  </a:cubicBezTo>
                  <a:cubicBezTo>
                    <a:pt x="2888878" y="1745627"/>
                    <a:pt x="2876949" y="1752794"/>
                    <a:pt x="2872998" y="1759731"/>
                  </a:cubicBezTo>
                  <a:cubicBezTo>
                    <a:pt x="2864196" y="1775222"/>
                    <a:pt x="2851302" y="1778512"/>
                    <a:pt x="2833363" y="1774197"/>
                  </a:cubicBezTo>
                  <a:cubicBezTo>
                    <a:pt x="2817796" y="1770553"/>
                    <a:pt x="2798835" y="1769271"/>
                    <a:pt x="2787932" y="1761321"/>
                  </a:cubicBezTo>
                  <a:cubicBezTo>
                    <a:pt x="2757035" y="1738800"/>
                    <a:pt x="2719092" y="1739844"/>
                    <a:pt x="2681851" y="1735206"/>
                  </a:cubicBezTo>
                  <a:cubicBezTo>
                    <a:pt x="2659116" y="1732377"/>
                    <a:pt x="2638112" y="1733233"/>
                    <a:pt x="2615692" y="1736981"/>
                  </a:cubicBezTo>
                  <a:cubicBezTo>
                    <a:pt x="2566996" y="1745293"/>
                    <a:pt x="2518963" y="1739133"/>
                    <a:pt x="2471401" y="1730598"/>
                  </a:cubicBezTo>
                  <a:cubicBezTo>
                    <a:pt x="2439951" y="1724896"/>
                    <a:pt x="2407862" y="1722048"/>
                    <a:pt x="2376602" y="1716179"/>
                  </a:cubicBezTo>
                  <a:cubicBezTo>
                    <a:pt x="2353197" y="1711657"/>
                    <a:pt x="2329742" y="1706039"/>
                    <a:pt x="2308117" y="1697980"/>
                  </a:cubicBezTo>
                  <a:cubicBezTo>
                    <a:pt x="2276760" y="1686151"/>
                    <a:pt x="2248972" y="1667403"/>
                    <a:pt x="2210156" y="1674611"/>
                  </a:cubicBezTo>
                  <a:cubicBezTo>
                    <a:pt x="2175975" y="1680965"/>
                    <a:pt x="2144400" y="1672601"/>
                    <a:pt x="2112456" y="1664725"/>
                  </a:cubicBezTo>
                  <a:cubicBezTo>
                    <a:pt x="2088991" y="1658951"/>
                    <a:pt x="2065524" y="1653018"/>
                    <a:pt x="2041401" y="1649787"/>
                  </a:cubicBezTo>
                  <a:cubicBezTo>
                    <a:pt x="2012771" y="1645989"/>
                    <a:pt x="1980804" y="1649728"/>
                    <a:pt x="1955072" y="1641394"/>
                  </a:cubicBezTo>
                  <a:cubicBezTo>
                    <a:pt x="1928153" y="1632648"/>
                    <a:pt x="1906514" y="1640440"/>
                    <a:pt x="1883129" y="1644393"/>
                  </a:cubicBezTo>
                  <a:cubicBezTo>
                    <a:pt x="1845824" y="1650585"/>
                    <a:pt x="1808893" y="1660526"/>
                    <a:pt x="1770492" y="1652019"/>
                  </a:cubicBezTo>
                  <a:cubicBezTo>
                    <a:pt x="1723819" y="1641714"/>
                    <a:pt x="1677489" y="1630452"/>
                    <a:pt x="1630653" y="1620782"/>
                  </a:cubicBezTo>
                  <a:cubicBezTo>
                    <a:pt x="1612549" y="1617102"/>
                    <a:pt x="1593218" y="1616151"/>
                    <a:pt x="1574457" y="1615016"/>
                  </a:cubicBezTo>
                  <a:cubicBezTo>
                    <a:pt x="1556686" y="1614146"/>
                    <a:pt x="1535710" y="1619551"/>
                    <a:pt x="1521784" y="1613632"/>
                  </a:cubicBezTo>
                  <a:cubicBezTo>
                    <a:pt x="1485979" y="1598408"/>
                    <a:pt x="1449621" y="1591844"/>
                    <a:pt x="1409187" y="1593793"/>
                  </a:cubicBezTo>
                  <a:cubicBezTo>
                    <a:pt x="1394024" y="1594524"/>
                    <a:pt x="1378911" y="1588189"/>
                    <a:pt x="1363496" y="1587676"/>
                  </a:cubicBezTo>
                  <a:cubicBezTo>
                    <a:pt x="1342425" y="1587124"/>
                    <a:pt x="1318117" y="1584058"/>
                    <a:pt x="1300134" y="1590889"/>
                  </a:cubicBezTo>
                  <a:cubicBezTo>
                    <a:pt x="1257854" y="1607051"/>
                    <a:pt x="1222495" y="1596986"/>
                    <a:pt x="1184306" y="1584859"/>
                  </a:cubicBezTo>
                  <a:cubicBezTo>
                    <a:pt x="1146708" y="1572861"/>
                    <a:pt x="1107302" y="1563776"/>
                    <a:pt x="1067600" y="1556587"/>
                  </a:cubicBezTo>
                  <a:cubicBezTo>
                    <a:pt x="1052669" y="1554011"/>
                    <a:pt x="1035245" y="1560344"/>
                    <a:pt x="1018967" y="1562226"/>
                  </a:cubicBezTo>
                  <a:cubicBezTo>
                    <a:pt x="1013150" y="1562822"/>
                    <a:pt x="1006759" y="1563601"/>
                    <a:pt x="1001437" y="1562287"/>
                  </a:cubicBezTo>
                  <a:cubicBezTo>
                    <a:pt x="949978" y="1549702"/>
                    <a:pt x="897913" y="1540756"/>
                    <a:pt x="843282" y="1551235"/>
                  </a:cubicBezTo>
                  <a:cubicBezTo>
                    <a:pt x="838267" y="1552263"/>
                    <a:pt x="832545" y="1550812"/>
                    <a:pt x="827437" y="1549959"/>
                  </a:cubicBezTo>
                  <a:cubicBezTo>
                    <a:pt x="802478" y="1545513"/>
                    <a:pt x="777945" y="1537750"/>
                    <a:pt x="752774" y="1536924"/>
                  </a:cubicBezTo>
                  <a:cubicBezTo>
                    <a:pt x="690717" y="1534893"/>
                    <a:pt x="628418" y="1535855"/>
                    <a:pt x="566053" y="1535567"/>
                  </a:cubicBezTo>
                  <a:cubicBezTo>
                    <a:pt x="562157" y="1535598"/>
                    <a:pt x="558075" y="1535795"/>
                    <a:pt x="554525" y="1534867"/>
                  </a:cubicBezTo>
                  <a:cubicBezTo>
                    <a:pt x="531261" y="1529239"/>
                    <a:pt x="511348" y="1532398"/>
                    <a:pt x="492526" y="1546173"/>
                  </a:cubicBezTo>
                  <a:cubicBezTo>
                    <a:pt x="484245" y="1552222"/>
                    <a:pt x="472725" y="1555759"/>
                    <a:pt x="462187" y="1559407"/>
                  </a:cubicBezTo>
                  <a:cubicBezTo>
                    <a:pt x="446667" y="1564864"/>
                    <a:pt x="430753" y="1570181"/>
                    <a:pt x="414568" y="1573944"/>
                  </a:cubicBezTo>
                  <a:cubicBezTo>
                    <a:pt x="398570" y="1577539"/>
                    <a:pt x="381458" y="1582287"/>
                    <a:pt x="365802" y="1580845"/>
                  </a:cubicBezTo>
                  <a:cubicBezTo>
                    <a:pt x="337622" y="1578281"/>
                    <a:pt x="310567" y="1570797"/>
                    <a:pt x="282687" y="1566332"/>
                  </a:cubicBezTo>
                  <a:cubicBezTo>
                    <a:pt x="273064" y="1564756"/>
                    <a:pt x="262582" y="1565577"/>
                    <a:pt x="252662" y="1565897"/>
                  </a:cubicBezTo>
                  <a:cubicBezTo>
                    <a:pt x="229895" y="1566525"/>
                    <a:pt x="206788" y="1572190"/>
                    <a:pt x="185558" y="1560187"/>
                  </a:cubicBezTo>
                  <a:cubicBezTo>
                    <a:pt x="165921" y="1548893"/>
                    <a:pt x="146848" y="1553421"/>
                    <a:pt x="127273" y="1563624"/>
                  </a:cubicBezTo>
                  <a:cubicBezTo>
                    <a:pt x="113205" y="1570894"/>
                    <a:pt x="97127" y="1576849"/>
                    <a:pt x="81114" y="1580132"/>
                  </a:cubicBezTo>
                  <a:cubicBezTo>
                    <a:pt x="59119" y="1584644"/>
                    <a:pt x="37222" y="1587113"/>
                    <a:pt x="13214" y="1586229"/>
                  </a:cubicBezTo>
                  <a:lnTo>
                    <a:pt x="0" y="1585408"/>
                  </a:lnTo>
                  <a:lnTo>
                    <a:pt x="0" y="1251083"/>
                  </a:lnTo>
                  <a:lnTo>
                    <a:pt x="4829" y="1250628"/>
                  </a:lnTo>
                  <a:cubicBezTo>
                    <a:pt x="19743" y="1248810"/>
                    <a:pt x="33925" y="1243890"/>
                    <a:pt x="48555" y="1240203"/>
                  </a:cubicBezTo>
                  <a:cubicBezTo>
                    <a:pt x="56634" y="1238087"/>
                    <a:pt x="65164" y="1233125"/>
                    <a:pt x="72789" y="1233698"/>
                  </a:cubicBezTo>
                  <a:cubicBezTo>
                    <a:pt x="116985" y="1237061"/>
                    <a:pt x="156575" y="1221656"/>
                    <a:pt x="197847" y="1212918"/>
                  </a:cubicBezTo>
                  <a:cubicBezTo>
                    <a:pt x="216941" y="1208859"/>
                    <a:pt x="234655" y="1200472"/>
                    <a:pt x="253067" y="1194405"/>
                  </a:cubicBezTo>
                  <a:cubicBezTo>
                    <a:pt x="257858" y="1192761"/>
                    <a:pt x="263240" y="1191246"/>
                    <a:pt x="268116" y="1191325"/>
                  </a:cubicBezTo>
                  <a:cubicBezTo>
                    <a:pt x="296002" y="1191864"/>
                    <a:pt x="323734" y="1193195"/>
                    <a:pt x="351434" y="1193900"/>
                  </a:cubicBezTo>
                  <a:cubicBezTo>
                    <a:pt x="376602" y="1194570"/>
                    <a:pt x="401901" y="1193978"/>
                    <a:pt x="414867" y="1216423"/>
                  </a:cubicBezTo>
                  <a:cubicBezTo>
                    <a:pt x="416792" y="1219940"/>
                    <a:pt x="422751" y="1222321"/>
                    <a:pt x="427335" y="1224454"/>
                  </a:cubicBezTo>
                  <a:cubicBezTo>
                    <a:pt x="498086" y="1257296"/>
                    <a:pt x="534972" y="1254575"/>
                    <a:pt x="600582" y="1213120"/>
                  </a:cubicBezTo>
                  <a:cubicBezTo>
                    <a:pt x="607391" y="1208869"/>
                    <a:pt x="622223" y="1205328"/>
                    <a:pt x="627039" y="1208235"/>
                  </a:cubicBezTo>
                  <a:cubicBezTo>
                    <a:pt x="667947" y="1232315"/>
                    <a:pt x="711159" y="1227406"/>
                    <a:pt x="756446" y="1217062"/>
                  </a:cubicBezTo>
                  <a:cubicBezTo>
                    <a:pt x="768198" y="1214299"/>
                    <a:pt x="784916" y="1213493"/>
                    <a:pt x="794106" y="1218229"/>
                  </a:cubicBezTo>
                  <a:cubicBezTo>
                    <a:pt x="837831" y="1240132"/>
                    <a:pt x="883345" y="1234486"/>
                    <a:pt x="929268" y="1225211"/>
                  </a:cubicBezTo>
                  <a:cubicBezTo>
                    <a:pt x="936407" y="1223768"/>
                    <a:pt x="944870" y="1217395"/>
                    <a:pt x="947713" y="1211766"/>
                  </a:cubicBezTo>
                  <a:cubicBezTo>
                    <a:pt x="957859" y="1191817"/>
                    <a:pt x="978341" y="1184237"/>
                    <a:pt x="1001014" y="1177651"/>
                  </a:cubicBezTo>
                  <a:cubicBezTo>
                    <a:pt x="1036739" y="1166984"/>
                    <a:pt x="1071804" y="1154778"/>
                    <a:pt x="1107747" y="1144571"/>
                  </a:cubicBezTo>
                  <a:cubicBezTo>
                    <a:pt x="1116591" y="1142105"/>
                    <a:pt x="1127732" y="1142824"/>
                    <a:pt x="1137175" y="1144721"/>
                  </a:cubicBezTo>
                  <a:cubicBezTo>
                    <a:pt x="1169439" y="1151170"/>
                    <a:pt x="1190621" y="1170237"/>
                    <a:pt x="1213670" y="1187646"/>
                  </a:cubicBezTo>
                  <a:cubicBezTo>
                    <a:pt x="1223783" y="1195319"/>
                    <a:pt x="1237474" y="1200466"/>
                    <a:pt x="1250725" y="1204534"/>
                  </a:cubicBezTo>
                  <a:cubicBezTo>
                    <a:pt x="1285128" y="1214961"/>
                    <a:pt x="1320250" y="1224096"/>
                    <a:pt x="1355013" y="1233876"/>
                  </a:cubicBezTo>
                  <a:cubicBezTo>
                    <a:pt x="1358370" y="1234813"/>
                    <a:pt x="1361226" y="1237500"/>
                    <a:pt x="1363867" y="1239727"/>
                  </a:cubicBezTo>
                  <a:cubicBezTo>
                    <a:pt x="1390329" y="1263248"/>
                    <a:pt x="1416604" y="1286933"/>
                    <a:pt x="1443262" y="1310445"/>
                  </a:cubicBezTo>
                  <a:cubicBezTo>
                    <a:pt x="1448347" y="1314908"/>
                    <a:pt x="1455513" y="1318016"/>
                    <a:pt x="1460979" y="1322303"/>
                  </a:cubicBezTo>
                  <a:cubicBezTo>
                    <a:pt x="1468669" y="1328210"/>
                    <a:pt x="1478286" y="1333711"/>
                    <a:pt x="1482536" y="1341039"/>
                  </a:cubicBezTo>
                  <a:cubicBezTo>
                    <a:pt x="1495726" y="1364100"/>
                    <a:pt x="1519349" y="1373163"/>
                    <a:pt x="1548717" y="1376141"/>
                  </a:cubicBezTo>
                  <a:cubicBezTo>
                    <a:pt x="1575545" y="1378927"/>
                    <a:pt x="1602342" y="1381090"/>
                    <a:pt x="1629003" y="1384512"/>
                  </a:cubicBezTo>
                  <a:cubicBezTo>
                    <a:pt x="1661543" y="1388593"/>
                    <a:pt x="1693912" y="1393153"/>
                    <a:pt x="1726123" y="1398505"/>
                  </a:cubicBezTo>
                  <a:cubicBezTo>
                    <a:pt x="1740066" y="1400816"/>
                    <a:pt x="1754811" y="1403557"/>
                    <a:pt x="1766964" y="1409092"/>
                  </a:cubicBezTo>
                  <a:cubicBezTo>
                    <a:pt x="1801017" y="1424400"/>
                    <a:pt x="1837141" y="1434114"/>
                    <a:pt x="1875994" y="1427691"/>
                  </a:cubicBezTo>
                  <a:cubicBezTo>
                    <a:pt x="1907115" y="1422580"/>
                    <a:pt x="1933803" y="1430553"/>
                    <a:pt x="1953935" y="1444021"/>
                  </a:cubicBezTo>
                  <a:cubicBezTo>
                    <a:pt x="1990575" y="1468464"/>
                    <a:pt x="2028191" y="1460686"/>
                    <a:pt x="2065495" y="1450414"/>
                  </a:cubicBezTo>
                  <a:cubicBezTo>
                    <a:pt x="2084723" y="1445093"/>
                    <a:pt x="2100691" y="1444951"/>
                    <a:pt x="2119362" y="1448287"/>
                  </a:cubicBezTo>
                  <a:cubicBezTo>
                    <a:pt x="2162602" y="1456090"/>
                    <a:pt x="2192468" y="1481487"/>
                    <a:pt x="2221201" y="1503642"/>
                  </a:cubicBezTo>
                  <a:cubicBezTo>
                    <a:pt x="2245688" y="1522550"/>
                    <a:pt x="2272668" y="1532548"/>
                    <a:pt x="2302040" y="1539608"/>
                  </a:cubicBezTo>
                  <a:cubicBezTo>
                    <a:pt x="2339105" y="1548650"/>
                    <a:pt x="2367870" y="1543183"/>
                    <a:pt x="2384113" y="1516348"/>
                  </a:cubicBezTo>
                  <a:cubicBezTo>
                    <a:pt x="2388617" y="1508754"/>
                    <a:pt x="2396755" y="1499730"/>
                    <a:pt x="2405786" y="1497098"/>
                  </a:cubicBezTo>
                  <a:cubicBezTo>
                    <a:pt x="2449381" y="1484011"/>
                    <a:pt x="2493321" y="1465885"/>
                    <a:pt x="2541024" y="1473316"/>
                  </a:cubicBezTo>
                  <a:cubicBezTo>
                    <a:pt x="2606979" y="1483476"/>
                    <a:pt x="2670700" y="1479620"/>
                    <a:pt x="2735378" y="1463319"/>
                  </a:cubicBezTo>
                  <a:cubicBezTo>
                    <a:pt x="2840290" y="1436918"/>
                    <a:pt x="2945143" y="1409264"/>
                    <a:pt x="3056752" y="1408590"/>
                  </a:cubicBezTo>
                  <a:cubicBezTo>
                    <a:pt x="3075255" y="1408484"/>
                    <a:pt x="3096759" y="1397873"/>
                    <a:pt x="3112247" y="1387711"/>
                  </a:cubicBezTo>
                  <a:cubicBezTo>
                    <a:pt x="3141904" y="1368391"/>
                    <a:pt x="3140475" y="1367046"/>
                    <a:pt x="3175396" y="1380116"/>
                  </a:cubicBezTo>
                  <a:cubicBezTo>
                    <a:pt x="3183734" y="1383324"/>
                    <a:pt x="3193949" y="1385028"/>
                    <a:pt x="3200231" y="1390061"/>
                  </a:cubicBezTo>
                  <a:cubicBezTo>
                    <a:pt x="3232249" y="1415668"/>
                    <a:pt x="3269837" y="1407264"/>
                    <a:pt x="3307359" y="1401532"/>
                  </a:cubicBezTo>
                  <a:cubicBezTo>
                    <a:pt x="3313931" y="1400431"/>
                    <a:pt x="3321847" y="1398950"/>
                    <a:pt x="3327591" y="1400871"/>
                  </a:cubicBezTo>
                  <a:cubicBezTo>
                    <a:pt x="3353529" y="1409506"/>
                    <a:pt x="3374940" y="1405023"/>
                    <a:pt x="3396452" y="1390488"/>
                  </a:cubicBezTo>
                  <a:cubicBezTo>
                    <a:pt x="3415136" y="1377975"/>
                    <a:pt x="3436965" y="1370017"/>
                    <a:pt x="3460402" y="1383325"/>
                  </a:cubicBezTo>
                  <a:cubicBezTo>
                    <a:pt x="3512481" y="1412831"/>
                    <a:pt x="3566594" y="1411791"/>
                    <a:pt x="3622771" y="1388838"/>
                  </a:cubicBezTo>
                  <a:cubicBezTo>
                    <a:pt x="3662895" y="1372465"/>
                    <a:pt x="3702976" y="1367237"/>
                    <a:pt x="3746637" y="1379728"/>
                  </a:cubicBezTo>
                  <a:cubicBezTo>
                    <a:pt x="3763431" y="1384568"/>
                    <a:pt x="3784631" y="1379779"/>
                    <a:pt x="3803936" y="1380104"/>
                  </a:cubicBezTo>
                  <a:cubicBezTo>
                    <a:pt x="3814852" y="1380206"/>
                    <a:pt x="3826912" y="1379781"/>
                    <a:pt x="3836429" y="1383246"/>
                  </a:cubicBezTo>
                  <a:cubicBezTo>
                    <a:pt x="3861796" y="1392067"/>
                    <a:pt x="3885544" y="1403791"/>
                    <a:pt x="3911096" y="1412447"/>
                  </a:cubicBezTo>
                  <a:cubicBezTo>
                    <a:pt x="3923375" y="1416563"/>
                    <a:pt x="3937880" y="1418374"/>
                    <a:pt x="3951494" y="1417876"/>
                  </a:cubicBezTo>
                  <a:cubicBezTo>
                    <a:pt x="3991770" y="1416719"/>
                    <a:pt x="4032008" y="1414779"/>
                    <a:pt x="4071982" y="1411440"/>
                  </a:cubicBezTo>
                  <a:cubicBezTo>
                    <a:pt x="4137967" y="1406061"/>
                    <a:pt x="4205006" y="1402357"/>
                    <a:pt x="4250380" y="1353404"/>
                  </a:cubicBezTo>
                  <a:cubicBezTo>
                    <a:pt x="4254089" y="1349458"/>
                    <a:pt x="4262340" y="1346862"/>
                    <a:pt x="4268920" y="1345917"/>
                  </a:cubicBezTo>
                  <a:cubicBezTo>
                    <a:pt x="4299294" y="1341472"/>
                    <a:pt x="4330574" y="1339650"/>
                    <a:pt x="4360470" y="1333343"/>
                  </a:cubicBezTo>
                  <a:cubicBezTo>
                    <a:pt x="4384386" y="1328268"/>
                    <a:pt x="4404468" y="1328555"/>
                    <a:pt x="4423403" y="1341452"/>
                  </a:cubicBezTo>
                  <a:cubicBezTo>
                    <a:pt x="4448189" y="1358462"/>
                    <a:pt x="4477861" y="1367704"/>
                    <a:pt x="4509460" y="1360374"/>
                  </a:cubicBezTo>
                  <a:cubicBezTo>
                    <a:pt x="4541065" y="1353201"/>
                    <a:pt x="4562648" y="1364401"/>
                    <a:pt x="4586780" y="1375951"/>
                  </a:cubicBezTo>
                  <a:cubicBezTo>
                    <a:pt x="4604332" y="1384363"/>
                    <a:pt x="4624329" y="1395013"/>
                    <a:pt x="4643424" y="1395033"/>
                  </a:cubicBezTo>
                  <a:cubicBezTo>
                    <a:pt x="4686675" y="1394988"/>
                    <a:pt x="4725358" y="1425453"/>
                    <a:pt x="4771320" y="1404876"/>
                  </a:cubicBezTo>
                  <a:cubicBezTo>
                    <a:pt x="4774371" y="1403474"/>
                    <a:pt x="4780158" y="1406334"/>
                    <a:pt x="4784667" y="1406901"/>
                  </a:cubicBezTo>
                  <a:cubicBezTo>
                    <a:pt x="4820721" y="1411127"/>
                    <a:pt x="4854069" y="1403711"/>
                    <a:pt x="4879368" y="1382875"/>
                  </a:cubicBezTo>
                  <a:cubicBezTo>
                    <a:pt x="4912543" y="1355694"/>
                    <a:pt x="4950522" y="1351352"/>
                    <a:pt x="4993296" y="1357609"/>
                  </a:cubicBezTo>
                  <a:cubicBezTo>
                    <a:pt x="5007034" y="1359614"/>
                    <a:pt x="5020731" y="1360837"/>
                    <a:pt x="5034636" y="1362363"/>
                  </a:cubicBezTo>
                  <a:cubicBezTo>
                    <a:pt x="5053449" y="1364595"/>
                    <a:pt x="5072464" y="1366976"/>
                    <a:pt x="5091273" y="1369207"/>
                  </a:cubicBezTo>
                  <a:cubicBezTo>
                    <a:pt x="5109504" y="1371467"/>
                    <a:pt x="5129782" y="1375825"/>
                    <a:pt x="5143127" y="1361686"/>
                  </a:cubicBezTo>
                  <a:cubicBezTo>
                    <a:pt x="5154621" y="1349517"/>
                    <a:pt x="5163226" y="1350201"/>
                    <a:pt x="5174789" y="1359688"/>
                  </a:cubicBezTo>
                  <a:cubicBezTo>
                    <a:pt x="5214968" y="1392905"/>
                    <a:pt x="5262677" y="1412577"/>
                    <a:pt x="5322233" y="1411274"/>
                  </a:cubicBezTo>
                  <a:cubicBezTo>
                    <a:pt x="5334495" y="1410998"/>
                    <a:pt x="5347041" y="1412589"/>
                    <a:pt x="5359206" y="1414357"/>
                  </a:cubicBezTo>
                  <a:cubicBezTo>
                    <a:pt x="5366661" y="1415410"/>
                    <a:pt x="5375679" y="1416546"/>
                    <a:pt x="5380352" y="1420558"/>
                  </a:cubicBezTo>
                  <a:cubicBezTo>
                    <a:pt x="5416702" y="1451134"/>
                    <a:pt x="5461130" y="1471435"/>
                    <a:pt x="5509233" y="1487165"/>
                  </a:cubicBezTo>
                  <a:cubicBezTo>
                    <a:pt x="5526453" y="1492769"/>
                    <a:pt x="5544842" y="1498316"/>
                    <a:pt x="5563203" y="1499314"/>
                  </a:cubicBezTo>
                  <a:cubicBezTo>
                    <a:pt x="5582343" y="1500274"/>
                    <a:pt x="5602213" y="1496178"/>
                    <a:pt x="5621569" y="1493518"/>
                  </a:cubicBezTo>
                  <a:cubicBezTo>
                    <a:pt x="5632992" y="1492027"/>
                    <a:pt x="5646218" y="1491546"/>
                    <a:pt x="5655136" y="1486565"/>
                  </a:cubicBezTo>
                  <a:cubicBezTo>
                    <a:pt x="5683412" y="1470920"/>
                    <a:pt x="5710663" y="1454227"/>
                    <a:pt x="5736883" y="1436327"/>
                  </a:cubicBezTo>
                  <a:cubicBezTo>
                    <a:pt x="5759329" y="1420964"/>
                    <a:pt x="5763896" y="1418703"/>
                    <a:pt x="5784777" y="1435588"/>
                  </a:cubicBezTo>
                  <a:cubicBezTo>
                    <a:pt x="5806265" y="1452914"/>
                    <a:pt x="5832384" y="1461227"/>
                    <a:pt x="5860952" y="1463773"/>
                  </a:cubicBezTo>
                  <a:cubicBezTo>
                    <a:pt x="5906149" y="1467715"/>
                    <a:pt x="5951689" y="1470699"/>
                    <a:pt x="5997123" y="1471491"/>
                  </a:cubicBezTo>
                  <a:cubicBezTo>
                    <a:pt x="6038268" y="1472175"/>
                    <a:pt x="6057205" y="1456823"/>
                    <a:pt x="6063793" y="1423706"/>
                  </a:cubicBezTo>
                  <a:cubicBezTo>
                    <a:pt x="6067583" y="1405318"/>
                    <a:pt x="6072658" y="1385299"/>
                    <a:pt x="6097303" y="1379247"/>
                  </a:cubicBezTo>
                  <a:cubicBezTo>
                    <a:pt x="6137553" y="1369459"/>
                    <a:pt x="6179569" y="1363982"/>
                    <a:pt x="6197741" y="1324656"/>
                  </a:cubicBezTo>
                  <a:cubicBezTo>
                    <a:pt x="6209228" y="1332576"/>
                    <a:pt x="6216273" y="1337259"/>
                    <a:pt x="6223125" y="1341950"/>
                  </a:cubicBezTo>
                  <a:cubicBezTo>
                    <a:pt x="6242068" y="1355004"/>
                    <a:pt x="6280258" y="1359128"/>
                    <a:pt x="6298923" y="1346144"/>
                  </a:cubicBezTo>
                  <a:cubicBezTo>
                    <a:pt x="6326456" y="1327240"/>
                    <a:pt x="6352664" y="1329272"/>
                    <a:pt x="6380532" y="1341582"/>
                  </a:cubicBezTo>
                  <a:cubicBezTo>
                    <a:pt x="6427106" y="1361936"/>
                    <a:pt x="6477590" y="1354322"/>
                    <a:pt x="6523222" y="1343021"/>
                  </a:cubicBezTo>
                  <a:cubicBezTo>
                    <a:pt x="6557692" y="1334610"/>
                    <a:pt x="6594223" y="1320451"/>
                    <a:pt x="6615600" y="1291015"/>
                  </a:cubicBezTo>
                  <a:cubicBezTo>
                    <a:pt x="6622353" y="1281587"/>
                    <a:pt x="6638269" y="1276267"/>
                    <a:pt x="6650812" y="1269700"/>
                  </a:cubicBezTo>
                  <a:cubicBezTo>
                    <a:pt x="6661270" y="1264331"/>
                    <a:pt x="6672325" y="1259247"/>
                    <a:pt x="6684030" y="1255543"/>
                  </a:cubicBezTo>
                  <a:cubicBezTo>
                    <a:pt x="6696499" y="1251489"/>
                    <a:pt x="6710255" y="1245804"/>
                    <a:pt x="6722764" y="1246615"/>
                  </a:cubicBezTo>
                  <a:cubicBezTo>
                    <a:pt x="6760669" y="1248867"/>
                    <a:pt x="6790221" y="1239438"/>
                    <a:pt x="6815757" y="1215451"/>
                  </a:cubicBezTo>
                  <a:cubicBezTo>
                    <a:pt x="6828992" y="1203043"/>
                    <a:pt x="6848714" y="1187812"/>
                    <a:pt x="6866200" y="1186810"/>
                  </a:cubicBezTo>
                  <a:cubicBezTo>
                    <a:pt x="6908748" y="1184290"/>
                    <a:pt x="6943582" y="1171310"/>
                    <a:pt x="6981228" y="1155999"/>
                  </a:cubicBezTo>
                  <a:cubicBezTo>
                    <a:pt x="7005498" y="1146197"/>
                    <a:pt x="7033203" y="1138898"/>
                    <a:pt x="7059255" y="1129638"/>
                  </a:cubicBezTo>
                  <a:cubicBezTo>
                    <a:pt x="7089708" y="1118754"/>
                    <a:pt x="7123173" y="1113688"/>
                    <a:pt x="7140774" y="1086787"/>
                  </a:cubicBezTo>
                  <a:cubicBezTo>
                    <a:pt x="7142774" y="1083867"/>
                    <a:pt x="7149168" y="1083087"/>
                    <a:pt x="7152150" y="1080276"/>
                  </a:cubicBezTo>
                  <a:cubicBezTo>
                    <a:pt x="7161669" y="1071656"/>
                    <a:pt x="7174137" y="1063523"/>
                    <a:pt x="7178911" y="1053404"/>
                  </a:cubicBezTo>
                  <a:cubicBezTo>
                    <a:pt x="7192683" y="1023864"/>
                    <a:pt x="7203105" y="993543"/>
                    <a:pt x="7215302" y="963609"/>
                  </a:cubicBezTo>
                  <a:cubicBezTo>
                    <a:pt x="7217917" y="957204"/>
                    <a:pt x="7220252" y="949088"/>
                    <a:pt x="7226104" y="945196"/>
                  </a:cubicBezTo>
                  <a:cubicBezTo>
                    <a:pt x="7259903" y="922850"/>
                    <a:pt x="7294324" y="901259"/>
                    <a:pt x="7329145" y="879964"/>
                  </a:cubicBezTo>
                  <a:cubicBezTo>
                    <a:pt x="7343153" y="871441"/>
                    <a:pt x="7355416" y="875246"/>
                    <a:pt x="7368683" y="883708"/>
                  </a:cubicBezTo>
                  <a:cubicBezTo>
                    <a:pt x="7381539" y="891720"/>
                    <a:pt x="7397326" y="899904"/>
                    <a:pt x="7412980" y="901348"/>
                  </a:cubicBezTo>
                  <a:cubicBezTo>
                    <a:pt x="7444287" y="904075"/>
                    <a:pt x="7476599" y="903459"/>
                    <a:pt x="7508285" y="901932"/>
                  </a:cubicBezTo>
                  <a:cubicBezTo>
                    <a:pt x="7520142" y="901360"/>
                    <a:pt x="7532504" y="895115"/>
                    <a:pt x="7543367" y="890040"/>
                  </a:cubicBezTo>
                  <a:cubicBezTo>
                    <a:pt x="7563943" y="880416"/>
                    <a:pt x="7582823" y="867892"/>
                    <a:pt x="7604247" y="859640"/>
                  </a:cubicBezTo>
                  <a:cubicBezTo>
                    <a:pt x="7629118" y="850124"/>
                    <a:pt x="7643637" y="836083"/>
                    <a:pt x="7650214" y="814893"/>
                  </a:cubicBezTo>
                  <a:cubicBezTo>
                    <a:pt x="7659996" y="783349"/>
                    <a:pt x="7685780" y="760447"/>
                    <a:pt x="7716618" y="741384"/>
                  </a:cubicBezTo>
                  <a:cubicBezTo>
                    <a:pt x="7755776" y="717054"/>
                    <a:pt x="7803842" y="715836"/>
                    <a:pt x="7849257" y="708153"/>
                  </a:cubicBezTo>
                  <a:cubicBezTo>
                    <a:pt x="7866654" y="705274"/>
                    <a:pt x="7884648" y="702680"/>
                    <a:pt x="7900340" y="696745"/>
                  </a:cubicBezTo>
                  <a:cubicBezTo>
                    <a:pt x="7959856" y="674415"/>
                    <a:pt x="8019419" y="653027"/>
                    <a:pt x="8085922" y="650290"/>
                  </a:cubicBezTo>
                  <a:cubicBezTo>
                    <a:pt x="8091363" y="650028"/>
                    <a:pt x="8096784" y="649297"/>
                    <a:pt x="8102187" y="648251"/>
                  </a:cubicBezTo>
                  <a:cubicBezTo>
                    <a:pt x="8149113" y="639554"/>
                    <a:pt x="8197783" y="634697"/>
                    <a:pt x="8229960" y="598934"/>
                  </a:cubicBezTo>
                  <a:cubicBezTo>
                    <a:pt x="8235879" y="592372"/>
                    <a:pt x="8249977" y="589809"/>
                    <a:pt x="8260743" y="586776"/>
                  </a:cubicBezTo>
                  <a:cubicBezTo>
                    <a:pt x="8279402" y="581797"/>
                    <a:pt x="8291640" y="572890"/>
                    <a:pt x="8297724" y="557687"/>
                  </a:cubicBezTo>
                  <a:cubicBezTo>
                    <a:pt x="8307955" y="531456"/>
                    <a:pt x="8320347" y="505592"/>
                    <a:pt x="8329397" y="479103"/>
                  </a:cubicBezTo>
                  <a:cubicBezTo>
                    <a:pt x="8335728" y="460909"/>
                    <a:pt x="8348665" y="450397"/>
                    <a:pt x="8369109" y="442035"/>
                  </a:cubicBezTo>
                  <a:cubicBezTo>
                    <a:pt x="8380576" y="437403"/>
                    <a:pt x="8390254" y="427991"/>
                    <a:pt x="8398212" y="419288"/>
                  </a:cubicBezTo>
                  <a:cubicBezTo>
                    <a:pt x="8407837" y="408781"/>
                    <a:pt x="8412443" y="395219"/>
                    <a:pt x="8423091" y="385761"/>
                  </a:cubicBezTo>
                  <a:cubicBezTo>
                    <a:pt x="8449039" y="362224"/>
                    <a:pt x="8456213" y="337239"/>
                    <a:pt x="8445807" y="307296"/>
                  </a:cubicBezTo>
                  <a:cubicBezTo>
                    <a:pt x="8436540" y="280748"/>
                    <a:pt x="8455797" y="243723"/>
                    <a:pt x="8483136" y="236912"/>
                  </a:cubicBezTo>
                  <a:cubicBezTo>
                    <a:pt x="8513359" y="229334"/>
                    <a:pt x="8533628" y="213293"/>
                    <a:pt x="8554397" y="195498"/>
                  </a:cubicBezTo>
                  <a:cubicBezTo>
                    <a:pt x="8565995" y="185523"/>
                    <a:pt x="8582515" y="176566"/>
                    <a:pt x="8598729" y="173430"/>
                  </a:cubicBezTo>
                  <a:cubicBezTo>
                    <a:pt x="8660300" y="161360"/>
                    <a:pt x="8719345" y="169655"/>
                    <a:pt x="8779113" y="184822"/>
                  </a:cubicBezTo>
                  <a:cubicBezTo>
                    <a:pt x="8818165" y="194711"/>
                    <a:pt x="8861082" y="195780"/>
                    <a:pt x="8902517" y="198490"/>
                  </a:cubicBezTo>
                  <a:cubicBezTo>
                    <a:pt x="8915416" y="199280"/>
                    <a:pt x="8931592" y="195363"/>
                    <a:pt x="8942393" y="189035"/>
                  </a:cubicBezTo>
                  <a:cubicBezTo>
                    <a:pt x="8980304" y="167119"/>
                    <a:pt x="9017990" y="144586"/>
                    <a:pt x="9053027" y="119670"/>
                  </a:cubicBezTo>
                  <a:cubicBezTo>
                    <a:pt x="9085607" y="96286"/>
                    <a:pt x="9123074" y="85377"/>
                    <a:pt x="9164008" y="85758"/>
                  </a:cubicBezTo>
                  <a:cubicBezTo>
                    <a:pt x="9193832" y="86047"/>
                    <a:pt x="9220467" y="80839"/>
                    <a:pt x="9248172" y="73540"/>
                  </a:cubicBezTo>
                  <a:cubicBezTo>
                    <a:pt x="9271257" y="67405"/>
                    <a:pt x="9296748" y="62723"/>
                    <a:pt x="9320568" y="63772"/>
                  </a:cubicBezTo>
                  <a:cubicBezTo>
                    <a:pt x="9353959" y="65301"/>
                    <a:pt x="9381150" y="59440"/>
                    <a:pt x="9407003" y="42029"/>
                  </a:cubicBezTo>
                  <a:cubicBezTo>
                    <a:pt x="9420777" y="32732"/>
                    <a:pt x="9438831" y="27312"/>
                    <a:pt x="9455456" y="20546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F5A924-2A9B-4949-8F1F-DB06FF5A7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"/>
              <a:ext cx="9739305" cy="1775939"/>
            </a:xfrm>
            <a:custGeom>
              <a:avLst/>
              <a:gdLst>
                <a:gd name="connsiteX0" fmla="*/ 9506323 w 9739305"/>
                <a:gd name="connsiteY0" fmla="*/ 0 h 1775939"/>
                <a:gd name="connsiteX1" fmla="*/ 9739305 w 9739305"/>
                <a:gd name="connsiteY1" fmla="*/ 0 h 1775939"/>
                <a:gd name="connsiteX2" fmla="*/ 9721016 w 9739305"/>
                <a:gd name="connsiteY2" fmla="*/ 12453 h 1775939"/>
                <a:gd name="connsiteX3" fmla="*/ 9619776 w 9739305"/>
                <a:gd name="connsiteY3" fmla="*/ 90780 h 1775939"/>
                <a:gd name="connsiteX4" fmla="*/ 9506710 w 9739305"/>
                <a:gd name="connsiteY4" fmla="*/ 158222 h 1775939"/>
                <a:gd name="connsiteX5" fmla="*/ 9417057 w 9739305"/>
                <a:gd name="connsiteY5" fmla="*/ 238502 h 1775939"/>
                <a:gd name="connsiteX6" fmla="*/ 9380548 w 9739305"/>
                <a:gd name="connsiteY6" fmla="*/ 281379 h 1775939"/>
                <a:gd name="connsiteX7" fmla="*/ 9301035 w 9739305"/>
                <a:gd name="connsiteY7" fmla="*/ 313304 h 1775939"/>
                <a:gd name="connsiteX8" fmla="*/ 9215480 w 9739305"/>
                <a:gd name="connsiteY8" fmla="*/ 361372 h 1775939"/>
                <a:gd name="connsiteX9" fmla="*/ 9155376 w 9739305"/>
                <a:gd name="connsiteY9" fmla="*/ 407897 h 1775939"/>
                <a:gd name="connsiteX10" fmla="*/ 9108770 w 9739305"/>
                <a:gd name="connsiteY10" fmla="*/ 439335 h 1775939"/>
                <a:gd name="connsiteX11" fmla="*/ 9042339 w 9739305"/>
                <a:gd name="connsiteY11" fmla="*/ 471886 h 1775939"/>
                <a:gd name="connsiteX12" fmla="*/ 8976155 w 9739305"/>
                <a:gd name="connsiteY12" fmla="*/ 513526 h 1775939"/>
                <a:gd name="connsiteX13" fmla="*/ 8944250 w 9739305"/>
                <a:gd name="connsiteY13" fmla="*/ 538762 h 1775939"/>
                <a:gd name="connsiteX14" fmla="*/ 8882191 w 9739305"/>
                <a:gd name="connsiteY14" fmla="*/ 581144 h 1775939"/>
                <a:gd name="connsiteX15" fmla="*/ 8818061 w 9739305"/>
                <a:gd name="connsiteY15" fmla="*/ 620960 h 1775939"/>
                <a:gd name="connsiteX16" fmla="*/ 8696263 w 9739305"/>
                <a:gd name="connsiteY16" fmla="*/ 668892 h 1775939"/>
                <a:gd name="connsiteX17" fmla="*/ 8586493 w 9739305"/>
                <a:gd name="connsiteY17" fmla="*/ 736016 h 1775939"/>
                <a:gd name="connsiteX18" fmla="*/ 8499250 w 9739305"/>
                <a:gd name="connsiteY18" fmla="*/ 785420 h 1775939"/>
                <a:gd name="connsiteX19" fmla="*/ 8448581 w 9739305"/>
                <a:gd name="connsiteY19" fmla="*/ 817525 h 1775939"/>
                <a:gd name="connsiteX20" fmla="*/ 8356131 w 9739305"/>
                <a:gd name="connsiteY20" fmla="*/ 888209 h 1775939"/>
                <a:gd name="connsiteX21" fmla="*/ 8211166 w 9739305"/>
                <a:gd name="connsiteY21" fmla="*/ 964878 h 1775939"/>
                <a:gd name="connsiteX22" fmla="*/ 8123367 w 9739305"/>
                <a:gd name="connsiteY22" fmla="*/ 1006776 h 1775939"/>
                <a:gd name="connsiteX23" fmla="*/ 7933271 w 9739305"/>
                <a:gd name="connsiteY23" fmla="*/ 1072752 h 1775939"/>
                <a:gd name="connsiteX24" fmla="*/ 7872042 w 9739305"/>
                <a:gd name="connsiteY24" fmla="*/ 1095949 h 1775939"/>
                <a:gd name="connsiteX25" fmla="*/ 7801540 w 9739305"/>
                <a:gd name="connsiteY25" fmla="*/ 1112687 h 1775939"/>
                <a:gd name="connsiteX26" fmla="*/ 7688760 w 9739305"/>
                <a:gd name="connsiteY26" fmla="*/ 1149668 h 1775939"/>
                <a:gd name="connsiteX27" fmla="*/ 7468219 w 9739305"/>
                <a:gd name="connsiteY27" fmla="*/ 1214601 h 1775939"/>
                <a:gd name="connsiteX28" fmla="*/ 7419634 w 9739305"/>
                <a:gd name="connsiteY28" fmla="*/ 1225261 h 1775939"/>
                <a:gd name="connsiteX29" fmla="*/ 7296522 w 9739305"/>
                <a:gd name="connsiteY29" fmla="*/ 1266193 h 1775939"/>
                <a:gd name="connsiteX30" fmla="*/ 7222817 w 9739305"/>
                <a:gd name="connsiteY30" fmla="*/ 1293286 h 1775939"/>
                <a:gd name="connsiteX31" fmla="*/ 7161457 w 9739305"/>
                <a:gd name="connsiteY31" fmla="*/ 1309742 h 1775939"/>
                <a:gd name="connsiteX32" fmla="*/ 7106944 w 9739305"/>
                <a:gd name="connsiteY32" fmla="*/ 1318647 h 1775939"/>
                <a:gd name="connsiteX33" fmla="*/ 6964204 w 9739305"/>
                <a:gd name="connsiteY33" fmla="*/ 1356601 h 1775939"/>
                <a:gd name="connsiteX34" fmla="*/ 6907255 w 9739305"/>
                <a:gd name="connsiteY34" fmla="*/ 1371589 h 1775939"/>
                <a:gd name="connsiteX35" fmla="*/ 6759991 w 9739305"/>
                <a:gd name="connsiteY35" fmla="*/ 1420747 h 1775939"/>
                <a:gd name="connsiteX36" fmla="*/ 6634783 w 9739305"/>
                <a:gd name="connsiteY36" fmla="*/ 1454562 h 1775939"/>
                <a:gd name="connsiteX37" fmla="*/ 6582555 w 9739305"/>
                <a:gd name="connsiteY37" fmla="*/ 1470418 h 1775939"/>
                <a:gd name="connsiteX38" fmla="*/ 6462719 w 9739305"/>
                <a:gd name="connsiteY38" fmla="*/ 1498482 h 1775939"/>
                <a:gd name="connsiteX39" fmla="*/ 6395050 w 9739305"/>
                <a:gd name="connsiteY39" fmla="*/ 1517437 h 1775939"/>
                <a:gd name="connsiteX40" fmla="*/ 6228927 w 9739305"/>
                <a:gd name="connsiteY40" fmla="*/ 1543179 h 1775939"/>
                <a:gd name="connsiteX41" fmla="*/ 6057331 w 9739305"/>
                <a:gd name="connsiteY41" fmla="*/ 1568558 h 1775939"/>
                <a:gd name="connsiteX42" fmla="*/ 5962939 w 9739305"/>
                <a:gd name="connsiteY42" fmla="*/ 1578758 h 1775939"/>
                <a:gd name="connsiteX43" fmla="*/ 5880756 w 9739305"/>
                <a:gd name="connsiteY43" fmla="*/ 1591666 h 1775939"/>
                <a:gd name="connsiteX44" fmla="*/ 5809105 w 9739305"/>
                <a:gd name="connsiteY44" fmla="*/ 1600770 h 1775939"/>
                <a:gd name="connsiteX45" fmla="*/ 5695165 w 9739305"/>
                <a:gd name="connsiteY45" fmla="*/ 1617719 h 1775939"/>
                <a:gd name="connsiteX46" fmla="*/ 5647685 w 9739305"/>
                <a:gd name="connsiteY46" fmla="*/ 1622990 h 1775939"/>
                <a:gd name="connsiteX47" fmla="*/ 5535323 w 9739305"/>
                <a:gd name="connsiteY47" fmla="*/ 1628248 h 1775939"/>
                <a:gd name="connsiteX48" fmla="*/ 5496177 w 9739305"/>
                <a:gd name="connsiteY48" fmla="*/ 1628567 h 1775939"/>
                <a:gd name="connsiteX49" fmla="*/ 5420013 w 9739305"/>
                <a:gd name="connsiteY49" fmla="*/ 1612778 h 1775939"/>
                <a:gd name="connsiteX50" fmla="*/ 5411005 w 9739305"/>
                <a:gd name="connsiteY50" fmla="*/ 1611800 h 1775939"/>
                <a:gd name="connsiteX51" fmla="*/ 5361259 w 9739305"/>
                <a:gd name="connsiteY51" fmla="*/ 1606507 h 1775939"/>
                <a:gd name="connsiteX52" fmla="*/ 5334120 w 9739305"/>
                <a:gd name="connsiteY52" fmla="*/ 1605305 h 1775939"/>
                <a:gd name="connsiteX53" fmla="*/ 5230715 w 9739305"/>
                <a:gd name="connsiteY53" fmla="*/ 1594283 h 1775939"/>
                <a:gd name="connsiteX54" fmla="*/ 5171263 w 9739305"/>
                <a:gd name="connsiteY54" fmla="*/ 1589616 h 1775939"/>
                <a:gd name="connsiteX55" fmla="*/ 5123496 w 9739305"/>
                <a:gd name="connsiteY55" fmla="*/ 1593018 h 1775939"/>
                <a:gd name="connsiteX56" fmla="*/ 5039590 w 9739305"/>
                <a:gd name="connsiteY56" fmla="*/ 1598474 h 1775939"/>
                <a:gd name="connsiteX57" fmla="*/ 5012937 w 9739305"/>
                <a:gd name="connsiteY57" fmla="*/ 1603369 h 1775939"/>
                <a:gd name="connsiteX58" fmla="*/ 4891143 w 9739305"/>
                <a:gd name="connsiteY58" fmla="*/ 1598882 h 1775939"/>
                <a:gd name="connsiteX59" fmla="*/ 4821905 w 9739305"/>
                <a:gd name="connsiteY59" fmla="*/ 1601436 h 1775939"/>
                <a:gd name="connsiteX60" fmla="*/ 4743339 w 9739305"/>
                <a:gd name="connsiteY60" fmla="*/ 1592353 h 1775939"/>
                <a:gd name="connsiteX61" fmla="*/ 4720626 w 9739305"/>
                <a:gd name="connsiteY61" fmla="*/ 1594076 h 1775939"/>
                <a:gd name="connsiteX62" fmla="*/ 4695215 w 9739305"/>
                <a:gd name="connsiteY62" fmla="*/ 1596400 h 1775939"/>
                <a:gd name="connsiteX63" fmla="*/ 4617116 w 9739305"/>
                <a:gd name="connsiteY63" fmla="*/ 1601107 h 1775939"/>
                <a:gd name="connsiteX64" fmla="*/ 4569913 w 9739305"/>
                <a:gd name="connsiteY64" fmla="*/ 1608091 h 1775939"/>
                <a:gd name="connsiteX65" fmla="*/ 4479392 w 9739305"/>
                <a:gd name="connsiteY65" fmla="*/ 1609630 h 1775939"/>
                <a:gd name="connsiteX66" fmla="*/ 4446151 w 9739305"/>
                <a:gd name="connsiteY66" fmla="*/ 1615312 h 1775939"/>
                <a:gd name="connsiteX67" fmla="*/ 4361619 w 9739305"/>
                <a:gd name="connsiteY67" fmla="*/ 1619859 h 1775939"/>
                <a:gd name="connsiteX68" fmla="*/ 4285695 w 9739305"/>
                <a:gd name="connsiteY68" fmla="*/ 1621164 h 1775939"/>
                <a:gd name="connsiteX69" fmla="*/ 4212667 w 9739305"/>
                <a:gd name="connsiteY69" fmla="*/ 1625940 h 1775939"/>
                <a:gd name="connsiteX70" fmla="*/ 4160628 w 9739305"/>
                <a:gd name="connsiteY70" fmla="*/ 1633627 h 1775939"/>
                <a:gd name="connsiteX71" fmla="*/ 4104018 w 9739305"/>
                <a:gd name="connsiteY71" fmla="*/ 1639495 h 1775939"/>
                <a:gd name="connsiteX72" fmla="*/ 3948438 w 9739305"/>
                <a:gd name="connsiteY72" fmla="*/ 1665671 h 1775939"/>
                <a:gd name="connsiteX73" fmla="*/ 3919256 w 9739305"/>
                <a:gd name="connsiteY73" fmla="*/ 1662527 h 1775939"/>
                <a:gd name="connsiteX74" fmla="*/ 3754603 w 9739305"/>
                <a:gd name="connsiteY74" fmla="*/ 1666227 h 1775939"/>
                <a:gd name="connsiteX75" fmla="*/ 3718852 w 9739305"/>
                <a:gd name="connsiteY75" fmla="*/ 1668265 h 1775939"/>
                <a:gd name="connsiteX76" fmla="*/ 3621934 w 9739305"/>
                <a:gd name="connsiteY76" fmla="*/ 1654418 h 1775939"/>
                <a:gd name="connsiteX77" fmla="*/ 3475226 w 9739305"/>
                <a:gd name="connsiteY77" fmla="*/ 1690838 h 1775939"/>
                <a:gd name="connsiteX78" fmla="*/ 3338395 w 9739305"/>
                <a:gd name="connsiteY78" fmla="*/ 1734157 h 1775939"/>
                <a:gd name="connsiteX79" fmla="*/ 3321128 w 9739305"/>
                <a:gd name="connsiteY79" fmla="*/ 1739699 h 1775939"/>
                <a:gd name="connsiteX80" fmla="*/ 3271751 w 9739305"/>
                <a:gd name="connsiteY80" fmla="*/ 1750083 h 1775939"/>
                <a:gd name="connsiteX81" fmla="*/ 3210267 w 9739305"/>
                <a:gd name="connsiteY81" fmla="*/ 1755871 h 1775939"/>
                <a:gd name="connsiteX82" fmla="*/ 3132456 w 9739305"/>
                <a:gd name="connsiteY82" fmla="*/ 1766527 h 1775939"/>
                <a:gd name="connsiteX83" fmla="*/ 3069450 w 9739305"/>
                <a:gd name="connsiteY83" fmla="*/ 1760933 h 1775939"/>
                <a:gd name="connsiteX84" fmla="*/ 2981357 w 9739305"/>
                <a:gd name="connsiteY84" fmla="*/ 1752311 h 1775939"/>
                <a:gd name="connsiteX85" fmla="*/ 2898350 w 9739305"/>
                <a:gd name="connsiteY85" fmla="*/ 1744071 h 1775939"/>
                <a:gd name="connsiteX86" fmla="*/ 2872998 w 9739305"/>
                <a:gd name="connsiteY86" fmla="*/ 1759731 h 1775939"/>
                <a:gd name="connsiteX87" fmla="*/ 2833363 w 9739305"/>
                <a:gd name="connsiteY87" fmla="*/ 1774197 h 1775939"/>
                <a:gd name="connsiteX88" fmla="*/ 2787932 w 9739305"/>
                <a:gd name="connsiteY88" fmla="*/ 1761321 h 1775939"/>
                <a:gd name="connsiteX89" fmla="*/ 2681851 w 9739305"/>
                <a:gd name="connsiteY89" fmla="*/ 1735206 h 1775939"/>
                <a:gd name="connsiteX90" fmla="*/ 2615692 w 9739305"/>
                <a:gd name="connsiteY90" fmla="*/ 1736981 h 1775939"/>
                <a:gd name="connsiteX91" fmla="*/ 2471401 w 9739305"/>
                <a:gd name="connsiteY91" fmla="*/ 1730598 h 1775939"/>
                <a:gd name="connsiteX92" fmla="*/ 2376602 w 9739305"/>
                <a:gd name="connsiteY92" fmla="*/ 1716179 h 1775939"/>
                <a:gd name="connsiteX93" fmla="*/ 2308117 w 9739305"/>
                <a:gd name="connsiteY93" fmla="*/ 1697980 h 1775939"/>
                <a:gd name="connsiteX94" fmla="*/ 2210156 w 9739305"/>
                <a:gd name="connsiteY94" fmla="*/ 1674611 h 1775939"/>
                <a:gd name="connsiteX95" fmla="*/ 2112456 w 9739305"/>
                <a:gd name="connsiteY95" fmla="*/ 1664725 h 1775939"/>
                <a:gd name="connsiteX96" fmla="*/ 2041401 w 9739305"/>
                <a:gd name="connsiteY96" fmla="*/ 1649787 h 1775939"/>
                <a:gd name="connsiteX97" fmla="*/ 1955072 w 9739305"/>
                <a:gd name="connsiteY97" fmla="*/ 1641394 h 1775939"/>
                <a:gd name="connsiteX98" fmla="*/ 1883129 w 9739305"/>
                <a:gd name="connsiteY98" fmla="*/ 1644393 h 1775939"/>
                <a:gd name="connsiteX99" fmla="*/ 1770492 w 9739305"/>
                <a:gd name="connsiteY99" fmla="*/ 1652019 h 1775939"/>
                <a:gd name="connsiteX100" fmla="*/ 1630653 w 9739305"/>
                <a:gd name="connsiteY100" fmla="*/ 1620782 h 1775939"/>
                <a:gd name="connsiteX101" fmla="*/ 1574457 w 9739305"/>
                <a:gd name="connsiteY101" fmla="*/ 1615016 h 1775939"/>
                <a:gd name="connsiteX102" fmla="*/ 1521784 w 9739305"/>
                <a:gd name="connsiteY102" fmla="*/ 1613632 h 1775939"/>
                <a:gd name="connsiteX103" fmla="*/ 1409187 w 9739305"/>
                <a:gd name="connsiteY103" fmla="*/ 1593793 h 1775939"/>
                <a:gd name="connsiteX104" fmla="*/ 1363496 w 9739305"/>
                <a:gd name="connsiteY104" fmla="*/ 1587676 h 1775939"/>
                <a:gd name="connsiteX105" fmla="*/ 1300134 w 9739305"/>
                <a:gd name="connsiteY105" fmla="*/ 1590889 h 1775939"/>
                <a:gd name="connsiteX106" fmla="*/ 1184306 w 9739305"/>
                <a:gd name="connsiteY106" fmla="*/ 1584859 h 1775939"/>
                <a:gd name="connsiteX107" fmla="*/ 1067600 w 9739305"/>
                <a:gd name="connsiteY107" fmla="*/ 1556587 h 1775939"/>
                <a:gd name="connsiteX108" fmla="*/ 1018967 w 9739305"/>
                <a:gd name="connsiteY108" fmla="*/ 1562226 h 1775939"/>
                <a:gd name="connsiteX109" fmla="*/ 1001437 w 9739305"/>
                <a:gd name="connsiteY109" fmla="*/ 1562287 h 1775939"/>
                <a:gd name="connsiteX110" fmla="*/ 843282 w 9739305"/>
                <a:gd name="connsiteY110" fmla="*/ 1551235 h 1775939"/>
                <a:gd name="connsiteX111" fmla="*/ 827437 w 9739305"/>
                <a:gd name="connsiteY111" fmla="*/ 1549959 h 1775939"/>
                <a:gd name="connsiteX112" fmla="*/ 752774 w 9739305"/>
                <a:gd name="connsiteY112" fmla="*/ 1536924 h 1775939"/>
                <a:gd name="connsiteX113" fmla="*/ 566053 w 9739305"/>
                <a:gd name="connsiteY113" fmla="*/ 1535567 h 1775939"/>
                <a:gd name="connsiteX114" fmla="*/ 554525 w 9739305"/>
                <a:gd name="connsiteY114" fmla="*/ 1534867 h 1775939"/>
                <a:gd name="connsiteX115" fmla="*/ 492526 w 9739305"/>
                <a:gd name="connsiteY115" fmla="*/ 1546173 h 1775939"/>
                <a:gd name="connsiteX116" fmla="*/ 462187 w 9739305"/>
                <a:gd name="connsiteY116" fmla="*/ 1559407 h 1775939"/>
                <a:gd name="connsiteX117" fmla="*/ 414568 w 9739305"/>
                <a:gd name="connsiteY117" fmla="*/ 1573944 h 1775939"/>
                <a:gd name="connsiteX118" fmla="*/ 365802 w 9739305"/>
                <a:gd name="connsiteY118" fmla="*/ 1580845 h 1775939"/>
                <a:gd name="connsiteX119" fmla="*/ 282687 w 9739305"/>
                <a:gd name="connsiteY119" fmla="*/ 1566332 h 1775939"/>
                <a:gd name="connsiteX120" fmla="*/ 252662 w 9739305"/>
                <a:gd name="connsiteY120" fmla="*/ 1565897 h 1775939"/>
                <a:gd name="connsiteX121" fmla="*/ 185558 w 9739305"/>
                <a:gd name="connsiteY121" fmla="*/ 1560187 h 1775939"/>
                <a:gd name="connsiteX122" fmla="*/ 127273 w 9739305"/>
                <a:gd name="connsiteY122" fmla="*/ 1563624 h 1775939"/>
                <a:gd name="connsiteX123" fmla="*/ 81114 w 9739305"/>
                <a:gd name="connsiteY123" fmla="*/ 1580132 h 1775939"/>
                <a:gd name="connsiteX124" fmla="*/ 13214 w 9739305"/>
                <a:gd name="connsiteY124" fmla="*/ 1586229 h 1775939"/>
                <a:gd name="connsiteX125" fmla="*/ 0 w 9739305"/>
                <a:gd name="connsiteY125" fmla="*/ 1585408 h 1775939"/>
                <a:gd name="connsiteX126" fmla="*/ 0 w 9739305"/>
                <a:gd name="connsiteY126" fmla="*/ 1251083 h 1775939"/>
                <a:gd name="connsiteX127" fmla="*/ 4829 w 9739305"/>
                <a:gd name="connsiteY127" fmla="*/ 1250628 h 1775939"/>
                <a:gd name="connsiteX128" fmla="*/ 48555 w 9739305"/>
                <a:gd name="connsiteY128" fmla="*/ 1240203 h 1775939"/>
                <a:gd name="connsiteX129" fmla="*/ 72789 w 9739305"/>
                <a:gd name="connsiteY129" fmla="*/ 1233698 h 1775939"/>
                <a:gd name="connsiteX130" fmla="*/ 197847 w 9739305"/>
                <a:gd name="connsiteY130" fmla="*/ 1212918 h 1775939"/>
                <a:gd name="connsiteX131" fmla="*/ 253067 w 9739305"/>
                <a:gd name="connsiteY131" fmla="*/ 1194405 h 1775939"/>
                <a:gd name="connsiteX132" fmla="*/ 268116 w 9739305"/>
                <a:gd name="connsiteY132" fmla="*/ 1191325 h 1775939"/>
                <a:gd name="connsiteX133" fmla="*/ 351434 w 9739305"/>
                <a:gd name="connsiteY133" fmla="*/ 1193900 h 1775939"/>
                <a:gd name="connsiteX134" fmla="*/ 414867 w 9739305"/>
                <a:gd name="connsiteY134" fmla="*/ 1216423 h 1775939"/>
                <a:gd name="connsiteX135" fmla="*/ 427335 w 9739305"/>
                <a:gd name="connsiteY135" fmla="*/ 1224454 h 1775939"/>
                <a:gd name="connsiteX136" fmla="*/ 600582 w 9739305"/>
                <a:gd name="connsiteY136" fmla="*/ 1213120 h 1775939"/>
                <a:gd name="connsiteX137" fmla="*/ 627039 w 9739305"/>
                <a:gd name="connsiteY137" fmla="*/ 1208235 h 1775939"/>
                <a:gd name="connsiteX138" fmla="*/ 756446 w 9739305"/>
                <a:gd name="connsiteY138" fmla="*/ 1217062 h 1775939"/>
                <a:gd name="connsiteX139" fmla="*/ 794106 w 9739305"/>
                <a:gd name="connsiteY139" fmla="*/ 1218229 h 1775939"/>
                <a:gd name="connsiteX140" fmla="*/ 929268 w 9739305"/>
                <a:gd name="connsiteY140" fmla="*/ 1225211 h 1775939"/>
                <a:gd name="connsiteX141" fmla="*/ 947713 w 9739305"/>
                <a:gd name="connsiteY141" fmla="*/ 1211766 h 1775939"/>
                <a:gd name="connsiteX142" fmla="*/ 1001014 w 9739305"/>
                <a:gd name="connsiteY142" fmla="*/ 1177651 h 1775939"/>
                <a:gd name="connsiteX143" fmla="*/ 1107747 w 9739305"/>
                <a:gd name="connsiteY143" fmla="*/ 1144571 h 1775939"/>
                <a:gd name="connsiteX144" fmla="*/ 1137175 w 9739305"/>
                <a:gd name="connsiteY144" fmla="*/ 1144721 h 1775939"/>
                <a:gd name="connsiteX145" fmla="*/ 1213670 w 9739305"/>
                <a:gd name="connsiteY145" fmla="*/ 1187646 h 1775939"/>
                <a:gd name="connsiteX146" fmla="*/ 1250725 w 9739305"/>
                <a:gd name="connsiteY146" fmla="*/ 1204534 h 1775939"/>
                <a:gd name="connsiteX147" fmla="*/ 1355013 w 9739305"/>
                <a:gd name="connsiteY147" fmla="*/ 1233876 h 1775939"/>
                <a:gd name="connsiteX148" fmla="*/ 1363867 w 9739305"/>
                <a:gd name="connsiteY148" fmla="*/ 1239727 h 1775939"/>
                <a:gd name="connsiteX149" fmla="*/ 1443262 w 9739305"/>
                <a:gd name="connsiteY149" fmla="*/ 1310445 h 1775939"/>
                <a:gd name="connsiteX150" fmla="*/ 1460979 w 9739305"/>
                <a:gd name="connsiteY150" fmla="*/ 1322303 h 1775939"/>
                <a:gd name="connsiteX151" fmla="*/ 1482536 w 9739305"/>
                <a:gd name="connsiteY151" fmla="*/ 1341039 h 1775939"/>
                <a:gd name="connsiteX152" fmla="*/ 1548717 w 9739305"/>
                <a:gd name="connsiteY152" fmla="*/ 1376141 h 1775939"/>
                <a:gd name="connsiteX153" fmla="*/ 1629003 w 9739305"/>
                <a:gd name="connsiteY153" fmla="*/ 1384512 h 1775939"/>
                <a:gd name="connsiteX154" fmla="*/ 1726123 w 9739305"/>
                <a:gd name="connsiteY154" fmla="*/ 1398505 h 1775939"/>
                <a:gd name="connsiteX155" fmla="*/ 1766964 w 9739305"/>
                <a:gd name="connsiteY155" fmla="*/ 1409092 h 1775939"/>
                <a:gd name="connsiteX156" fmla="*/ 1875994 w 9739305"/>
                <a:gd name="connsiteY156" fmla="*/ 1427691 h 1775939"/>
                <a:gd name="connsiteX157" fmla="*/ 1953935 w 9739305"/>
                <a:gd name="connsiteY157" fmla="*/ 1444021 h 1775939"/>
                <a:gd name="connsiteX158" fmla="*/ 2065495 w 9739305"/>
                <a:gd name="connsiteY158" fmla="*/ 1450414 h 1775939"/>
                <a:gd name="connsiteX159" fmla="*/ 2119362 w 9739305"/>
                <a:gd name="connsiteY159" fmla="*/ 1448287 h 1775939"/>
                <a:gd name="connsiteX160" fmla="*/ 2221201 w 9739305"/>
                <a:gd name="connsiteY160" fmla="*/ 1503642 h 1775939"/>
                <a:gd name="connsiteX161" fmla="*/ 2302040 w 9739305"/>
                <a:gd name="connsiteY161" fmla="*/ 1539608 h 1775939"/>
                <a:gd name="connsiteX162" fmla="*/ 2384113 w 9739305"/>
                <a:gd name="connsiteY162" fmla="*/ 1516348 h 1775939"/>
                <a:gd name="connsiteX163" fmla="*/ 2405786 w 9739305"/>
                <a:gd name="connsiteY163" fmla="*/ 1497098 h 1775939"/>
                <a:gd name="connsiteX164" fmla="*/ 2541024 w 9739305"/>
                <a:gd name="connsiteY164" fmla="*/ 1473316 h 1775939"/>
                <a:gd name="connsiteX165" fmla="*/ 2735378 w 9739305"/>
                <a:gd name="connsiteY165" fmla="*/ 1463319 h 1775939"/>
                <a:gd name="connsiteX166" fmla="*/ 3056752 w 9739305"/>
                <a:gd name="connsiteY166" fmla="*/ 1408590 h 1775939"/>
                <a:gd name="connsiteX167" fmla="*/ 3112247 w 9739305"/>
                <a:gd name="connsiteY167" fmla="*/ 1387711 h 1775939"/>
                <a:gd name="connsiteX168" fmla="*/ 3175396 w 9739305"/>
                <a:gd name="connsiteY168" fmla="*/ 1380116 h 1775939"/>
                <a:gd name="connsiteX169" fmla="*/ 3200231 w 9739305"/>
                <a:gd name="connsiteY169" fmla="*/ 1390061 h 1775939"/>
                <a:gd name="connsiteX170" fmla="*/ 3307359 w 9739305"/>
                <a:gd name="connsiteY170" fmla="*/ 1401532 h 1775939"/>
                <a:gd name="connsiteX171" fmla="*/ 3327591 w 9739305"/>
                <a:gd name="connsiteY171" fmla="*/ 1400871 h 1775939"/>
                <a:gd name="connsiteX172" fmla="*/ 3396452 w 9739305"/>
                <a:gd name="connsiteY172" fmla="*/ 1390488 h 1775939"/>
                <a:gd name="connsiteX173" fmla="*/ 3460402 w 9739305"/>
                <a:gd name="connsiteY173" fmla="*/ 1383325 h 1775939"/>
                <a:gd name="connsiteX174" fmla="*/ 3622771 w 9739305"/>
                <a:gd name="connsiteY174" fmla="*/ 1388838 h 1775939"/>
                <a:gd name="connsiteX175" fmla="*/ 3746637 w 9739305"/>
                <a:gd name="connsiteY175" fmla="*/ 1379728 h 1775939"/>
                <a:gd name="connsiteX176" fmla="*/ 3803936 w 9739305"/>
                <a:gd name="connsiteY176" fmla="*/ 1380104 h 1775939"/>
                <a:gd name="connsiteX177" fmla="*/ 3836429 w 9739305"/>
                <a:gd name="connsiteY177" fmla="*/ 1383246 h 1775939"/>
                <a:gd name="connsiteX178" fmla="*/ 3911096 w 9739305"/>
                <a:gd name="connsiteY178" fmla="*/ 1412447 h 1775939"/>
                <a:gd name="connsiteX179" fmla="*/ 3951494 w 9739305"/>
                <a:gd name="connsiteY179" fmla="*/ 1417876 h 1775939"/>
                <a:gd name="connsiteX180" fmla="*/ 4071982 w 9739305"/>
                <a:gd name="connsiteY180" fmla="*/ 1411440 h 1775939"/>
                <a:gd name="connsiteX181" fmla="*/ 4250380 w 9739305"/>
                <a:gd name="connsiteY181" fmla="*/ 1353404 h 1775939"/>
                <a:gd name="connsiteX182" fmla="*/ 4268920 w 9739305"/>
                <a:gd name="connsiteY182" fmla="*/ 1345917 h 1775939"/>
                <a:gd name="connsiteX183" fmla="*/ 4360470 w 9739305"/>
                <a:gd name="connsiteY183" fmla="*/ 1333343 h 1775939"/>
                <a:gd name="connsiteX184" fmla="*/ 4423403 w 9739305"/>
                <a:gd name="connsiteY184" fmla="*/ 1341452 h 1775939"/>
                <a:gd name="connsiteX185" fmla="*/ 4509460 w 9739305"/>
                <a:gd name="connsiteY185" fmla="*/ 1360374 h 1775939"/>
                <a:gd name="connsiteX186" fmla="*/ 4586780 w 9739305"/>
                <a:gd name="connsiteY186" fmla="*/ 1375951 h 1775939"/>
                <a:gd name="connsiteX187" fmla="*/ 4643424 w 9739305"/>
                <a:gd name="connsiteY187" fmla="*/ 1395033 h 1775939"/>
                <a:gd name="connsiteX188" fmla="*/ 4771320 w 9739305"/>
                <a:gd name="connsiteY188" fmla="*/ 1404876 h 1775939"/>
                <a:gd name="connsiteX189" fmla="*/ 4784667 w 9739305"/>
                <a:gd name="connsiteY189" fmla="*/ 1406901 h 1775939"/>
                <a:gd name="connsiteX190" fmla="*/ 4879368 w 9739305"/>
                <a:gd name="connsiteY190" fmla="*/ 1382875 h 1775939"/>
                <a:gd name="connsiteX191" fmla="*/ 4993296 w 9739305"/>
                <a:gd name="connsiteY191" fmla="*/ 1357609 h 1775939"/>
                <a:gd name="connsiteX192" fmla="*/ 5034636 w 9739305"/>
                <a:gd name="connsiteY192" fmla="*/ 1362363 h 1775939"/>
                <a:gd name="connsiteX193" fmla="*/ 5091273 w 9739305"/>
                <a:gd name="connsiteY193" fmla="*/ 1369207 h 1775939"/>
                <a:gd name="connsiteX194" fmla="*/ 5143127 w 9739305"/>
                <a:gd name="connsiteY194" fmla="*/ 1361686 h 1775939"/>
                <a:gd name="connsiteX195" fmla="*/ 5174789 w 9739305"/>
                <a:gd name="connsiteY195" fmla="*/ 1359688 h 1775939"/>
                <a:gd name="connsiteX196" fmla="*/ 5322233 w 9739305"/>
                <a:gd name="connsiteY196" fmla="*/ 1411274 h 1775939"/>
                <a:gd name="connsiteX197" fmla="*/ 5359206 w 9739305"/>
                <a:gd name="connsiteY197" fmla="*/ 1414357 h 1775939"/>
                <a:gd name="connsiteX198" fmla="*/ 5380352 w 9739305"/>
                <a:gd name="connsiteY198" fmla="*/ 1420558 h 1775939"/>
                <a:gd name="connsiteX199" fmla="*/ 5509233 w 9739305"/>
                <a:gd name="connsiteY199" fmla="*/ 1487165 h 1775939"/>
                <a:gd name="connsiteX200" fmla="*/ 5563203 w 9739305"/>
                <a:gd name="connsiteY200" fmla="*/ 1499314 h 1775939"/>
                <a:gd name="connsiteX201" fmla="*/ 5621569 w 9739305"/>
                <a:gd name="connsiteY201" fmla="*/ 1493518 h 1775939"/>
                <a:gd name="connsiteX202" fmla="*/ 5655136 w 9739305"/>
                <a:gd name="connsiteY202" fmla="*/ 1486565 h 1775939"/>
                <a:gd name="connsiteX203" fmla="*/ 5736883 w 9739305"/>
                <a:gd name="connsiteY203" fmla="*/ 1436327 h 1775939"/>
                <a:gd name="connsiteX204" fmla="*/ 5784777 w 9739305"/>
                <a:gd name="connsiteY204" fmla="*/ 1435588 h 1775939"/>
                <a:gd name="connsiteX205" fmla="*/ 5860952 w 9739305"/>
                <a:gd name="connsiteY205" fmla="*/ 1463773 h 1775939"/>
                <a:gd name="connsiteX206" fmla="*/ 5997123 w 9739305"/>
                <a:gd name="connsiteY206" fmla="*/ 1471491 h 1775939"/>
                <a:gd name="connsiteX207" fmla="*/ 6063793 w 9739305"/>
                <a:gd name="connsiteY207" fmla="*/ 1423706 h 1775939"/>
                <a:gd name="connsiteX208" fmla="*/ 6097303 w 9739305"/>
                <a:gd name="connsiteY208" fmla="*/ 1379247 h 1775939"/>
                <a:gd name="connsiteX209" fmla="*/ 6197741 w 9739305"/>
                <a:gd name="connsiteY209" fmla="*/ 1324656 h 1775939"/>
                <a:gd name="connsiteX210" fmla="*/ 6223125 w 9739305"/>
                <a:gd name="connsiteY210" fmla="*/ 1341950 h 1775939"/>
                <a:gd name="connsiteX211" fmla="*/ 6298923 w 9739305"/>
                <a:gd name="connsiteY211" fmla="*/ 1346144 h 1775939"/>
                <a:gd name="connsiteX212" fmla="*/ 6380532 w 9739305"/>
                <a:gd name="connsiteY212" fmla="*/ 1341582 h 1775939"/>
                <a:gd name="connsiteX213" fmla="*/ 6523222 w 9739305"/>
                <a:gd name="connsiteY213" fmla="*/ 1343021 h 1775939"/>
                <a:gd name="connsiteX214" fmla="*/ 6615600 w 9739305"/>
                <a:gd name="connsiteY214" fmla="*/ 1291015 h 1775939"/>
                <a:gd name="connsiteX215" fmla="*/ 6650812 w 9739305"/>
                <a:gd name="connsiteY215" fmla="*/ 1269700 h 1775939"/>
                <a:gd name="connsiteX216" fmla="*/ 6684030 w 9739305"/>
                <a:gd name="connsiteY216" fmla="*/ 1255543 h 1775939"/>
                <a:gd name="connsiteX217" fmla="*/ 6722764 w 9739305"/>
                <a:gd name="connsiteY217" fmla="*/ 1246615 h 1775939"/>
                <a:gd name="connsiteX218" fmla="*/ 6815757 w 9739305"/>
                <a:gd name="connsiteY218" fmla="*/ 1215451 h 1775939"/>
                <a:gd name="connsiteX219" fmla="*/ 6866200 w 9739305"/>
                <a:gd name="connsiteY219" fmla="*/ 1186810 h 1775939"/>
                <a:gd name="connsiteX220" fmla="*/ 6981228 w 9739305"/>
                <a:gd name="connsiteY220" fmla="*/ 1155999 h 1775939"/>
                <a:gd name="connsiteX221" fmla="*/ 7059255 w 9739305"/>
                <a:gd name="connsiteY221" fmla="*/ 1129638 h 1775939"/>
                <a:gd name="connsiteX222" fmla="*/ 7140774 w 9739305"/>
                <a:gd name="connsiteY222" fmla="*/ 1086787 h 1775939"/>
                <a:gd name="connsiteX223" fmla="*/ 7152150 w 9739305"/>
                <a:gd name="connsiteY223" fmla="*/ 1080276 h 1775939"/>
                <a:gd name="connsiteX224" fmla="*/ 7178911 w 9739305"/>
                <a:gd name="connsiteY224" fmla="*/ 1053404 h 1775939"/>
                <a:gd name="connsiteX225" fmla="*/ 7215302 w 9739305"/>
                <a:gd name="connsiteY225" fmla="*/ 963609 h 1775939"/>
                <a:gd name="connsiteX226" fmla="*/ 7226104 w 9739305"/>
                <a:gd name="connsiteY226" fmla="*/ 945196 h 1775939"/>
                <a:gd name="connsiteX227" fmla="*/ 7329145 w 9739305"/>
                <a:gd name="connsiteY227" fmla="*/ 879964 h 1775939"/>
                <a:gd name="connsiteX228" fmla="*/ 7368683 w 9739305"/>
                <a:gd name="connsiteY228" fmla="*/ 883708 h 1775939"/>
                <a:gd name="connsiteX229" fmla="*/ 7412980 w 9739305"/>
                <a:gd name="connsiteY229" fmla="*/ 901348 h 1775939"/>
                <a:gd name="connsiteX230" fmla="*/ 7508285 w 9739305"/>
                <a:gd name="connsiteY230" fmla="*/ 901932 h 1775939"/>
                <a:gd name="connsiteX231" fmla="*/ 7543367 w 9739305"/>
                <a:gd name="connsiteY231" fmla="*/ 890040 h 1775939"/>
                <a:gd name="connsiteX232" fmla="*/ 7604247 w 9739305"/>
                <a:gd name="connsiteY232" fmla="*/ 859640 h 1775939"/>
                <a:gd name="connsiteX233" fmla="*/ 7650214 w 9739305"/>
                <a:gd name="connsiteY233" fmla="*/ 814893 h 1775939"/>
                <a:gd name="connsiteX234" fmla="*/ 7716618 w 9739305"/>
                <a:gd name="connsiteY234" fmla="*/ 741384 h 1775939"/>
                <a:gd name="connsiteX235" fmla="*/ 7849257 w 9739305"/>
                <a:gd name="connsiteY235" fmla="*/ 708153 h 1775939"/>
                <a:gd name="connsiteX236" fmla="*/ 7900340 w 9739305"/>
                <a:gd name="connsiteY236" fmla="*/ 696745 h 1775939"/>
                <a:gd name="connsiteX237" fmla="*/ 8085922 w 9739305"/>
                <a:gd name="connsiteY237" fmla="*/ 650290 h 1775939"/>
                <a:gd name="connsiteX238" fmla="*/ 8102187 w 9739305"/>
                <a:gd name="connsiteY238" fmla="*/ 648251 h 1775939"/>
                <a:gd name="connsiteX239" fmla="*/ 8229960 w 9739305"/>
                <a:gd name="connsiteY239" fmla="*/ 598934 h 1775939"/>
                <a:gd name="connsiteX240" fmla="*/ 8260743 w 9739305"/>
                <a:gd name="connsiteY240" fmla="*/ 586776 h 1775939"/>
                <a:gd name="connsiteX241" fmla="*/ 8297724 w 9739305"/>
                <a:gd name="connsiteY241" fmla="*/ 557687 h 1775939"/>
                <a:gd name="connsiteX242" fmla="*/ 8329397 w 9739305"/>
                <a:gd name="connsiteY242" fmla="*/ 479103 h 1775939"/>
                <a:gd name="connsiteX243" fmla="*/ 8369109 w 9739305"/>
                <a:gd name="connsiteY243" fmla="*/ 442035 h 1775939"/>
                <a:gd name="connsiteX244" fmla="*/ 8398212 w 9739305"/>
                <a:gd name="connsiteY244" fmla="*/ 419288 h 1775939"/>
                <a:gd name="connsiteX245" fmla="*/ 8423091 w 9739305"/>
                <a:gd name="connsiteY245" fmla="*/ 385761 h 1775939"/>
                <a:gd name="connsiteX246" fmla="*/ 8445807 w 9739305"/>
                <a:gd name="connsiteY246" fmla="*/ 307296 h 1775939"/>
                <a:gd name="connsiteX247" fmla="*/ 8483136 w 9739305"/>
                <a:gd name="connsiteY247" fmla="*/ 236912 h 1775939"/>
                <a:gd name="connsiteX248" fmla="*/ 8554397 w 9739305"/>
                <a:gd name="connsiteY248" fmla="*/ 195498 h 1775939"/>
                <a:gd name="connsiteX249" fmla="*/ 8598729 w 9739305"/>
                <a:gd name="connsiteY249" fmla="*/ 173430 h 1775939"/>
                <a:gd name="connsiteX250" fmla="*/ 8779113 w 9739305"/>
                <a:gd name="connsiteY250" fmla="*/ 184822 h 1775939"/>
                <a:gd name="connsiteX251" fmla="*/ 8902517 w 9739305"/>
                <a:gd name="connsiteY251" fmla="*/ 198490 h 1775939"/>
                <a:gd name="connsiteX252" fmla="*/ 8942393 w 9739305"/>
                <a:gd name="connsiteY252" fmla="*/ 189035 h 1775939"/>
                <a:gd name="connsiteX253" fmla="*/ 9053027 w 9739305"/>
                <a:gd name="connsiteY253" fmla="*/ 119670 h 1775939"/>
                <a:gd name="connsiteX254" fmla="*/ 9164008 w 9739305"/>
                <a:gd name="connsiteY254" fmla="*/ 85758 h 1775939"/>
                <a:gd name="connsiteX255" fmla="*/ 9248172 w 9739305"/>
                <a:gd name="connsiteY255" fmla="*/ 73540 h 1775939"/>
                <a:gd name="connsiteX256" fmla="*/ 9320568 w 9739305"/>
                <a:gd name="connsiteY256" fmla="*/ 63772 h 1775939"/>
                <a:gd name="connsiteX257" fmla="*/ 9407003 w 9739305"/>
                <a:gd name="connsiteY257" fmla="*/ 42029 h 1775939"/>
                <a:gd name="connsiteX258" fmla="*/ 9455456 w 9739305"/>
                <a:gd name="connsiteY258" fmla="*/ 20546 h 1775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</a:cxnLst>
              <a:rect l="l" t="t" r="r" b="b"/>
              <a:pathLst>
                <a:path w="9739305" h="1775939">
                  <a:moveTo>
                    <a:pt x="9506323" y="0"/>
                  </a:moveTo>
                  <a:lnTo>
                    <a:pt x="9739305" y="0"/>
                  </a:lnTo>
                  <a:lnTo>
                    <a:pt x="9721016" y="12453"/>
                  </a:lnTo>
                  <a:cubicBezTo>
                    <a:pt x="9690045" y="40939"/>
                    <a:pt x="9658859" y="68964"/>
                    <a:pt x="9619776" y="90780"/>
                  </a:cubicBezTo>
                  <a:cubicBezTo>
                    <a:pt x="9581267" y="112410"/>
                    <a:pt x="9545008" y="136288"/>
                    <a:pt x="9506710" y="158222"/>
                  </a:cubicBezTo>
                  <a:cubicBezTo>
                    <a:pt x="9469164" y="179649"/>
                    <a:pt x="9435404" y="202776"/>
                    <a:pt x="9417057" y="238502"/>
                  </a:cubicBezTo>
                  <a:cubicBezTo>
                    <a:pt x="9408857" y="254276"/>
                    <a:pt x="9397029" y="271640"/>
                    <a:pt x="9380548" y="281379"/>
                  </a:cubicBezTo>
                  <a:cubicBezTo>
                    <a:pt x="9357055" y="295224"/>
                    <a:pt x="9326757" y="301236"/>
                    <a:pt x="9301035" y="313304"/>
                  </a:cubicBezTo>
                  <a:cubicBezTo>
                    <a:pt x="9270739" y="327477"/>
                    <a:pt x="9235503" y="340162"/>
                    <a:pt x="9215480" y="361372"/>
                  </a:cubicBezTo>
                  <a:cubicBezTo>
                    <a:pt x="9197689" y="380278"/>
                    <a:pt x="9179513" y="395277"/>
                    <a:pt x="9155376" y="407897"/>
                  </a:cubicBezTo>
                  <a:cubicBezTo>
                    <a:pt x="9138462" y="416717"/>
                    <a:pt x="9126335" y="431897"/>
                    <a:pt x="9108770" y="439335"/>
                  </a:cubicBezTo>
                  <a:cubicBezTo>
                    <a:pt x="9085671" y="449237"/>
                    <a:pt x="9062288" y="457270"/>
                    <a:pt x="9042339" y="471886"/>
                  </a:cubicBezTo>
                  <a:cubicBezTo>
                    <a:pt x="9021638" y="487007"/>
                    <a:pt x="8997876" y="499296"/>
                    <a:pt x="8976155" y="513526"/>
                  </a:cubicBezTo>
                  <a:cubicBezTo>
                    <a:pt x="8964637" y="521143"/>
                    <a:pt x="8955362" y="530850"/>
                    <a:pt x="8944250" y="538762"/>
                  </a:cubicBezTo>
                  <a:cubicBezTo>
                    <a:pt x="8923906" y="553238"/>
                    <a:pt x="8903158" y="567422"/>
                    <a:pt x="8882191" y="581144"/>
                  </a:cubicBezTo>
                  <a:cubicBezTo>
                    <a:pt x="8861228" y="594868"/>
                    <a:pt x="8841332" y="610579"/>
                    <a:pt x="8818061" y="620960"/>
                  </a:cubicBezTo>
                  <a:cubicBezTo>
                    <a:pt x="8778386" y="638567"/>
                    <a:pt x="8734713" y="650088"/>
                    <a:pt x="8696263" y="668892"/>
                  </a:cubicBezTo>
                  <a:cubicBezTo>
                    <a:pt x="8657243" y="688034"/>
                    <a:pt x="8620769" y="711451"/>
                    <a:pt x="8586493" y="736016"/>
                  </a:cubicBezTo>
                  <a:cubicBezTo>
                    <a:pt x="8559370" y="755372"/>
                    <a:pt x="8533990" y="774487"/>
                    <a:pt x="8499250" y="785420"/>
                  </a:cubicBezTo>
                  <a:cubicBezTo>
                    <a:pt x="8479867" y="791534"/>
                    <a:pt x="8459807" y="803801"/>
                    <a:pt x="8448581" y="817525"/>
                  </a:cubicBezTo>
                  <a:cubicBezTo>
                    <a:pt x="8424305" y="847414"/>
                    <a:pt x="8392427" y="869197"/>
                    <a:pt x="8356131" y="888209"/>
                  </a:cubicBezTo>
                  <a:cubicBezTo>
                    <a:pt x="8307679" y="913772"/>
                    <a:pt x="8259834" y="939776"/>
                    <a:pt x="8211166" y="964878"/>
                  </a:cubicBezTo>
                  <a:cubicBezTo>
                    <a:pt x="8182465" y="979759"/>
                    <a:pt x="8153995" y="995412"/>
                    <a:pt x="8123367" y="1006776"/>
                  </a:cubicBezTo>
                  <a:cubicBezTo>
                    <a:pt x="8060787" y="1030195"/>
                    <a:pt x="7996505" y="1050714"/>
                    <a:pt x="7933271" y="1072752"/>
                  </a:cubicBezTo>
                  <a:cubicBezTo>
                    <a:pt x="7912572" y="1079870"/>
                    <a:pt x="7893169" y="1089594"/>
                    <a:pt x="7872042" y="1095949"/>
                  </a:cubicBezTo>
                  <a:cubicBezTo>
                    <a:pt x="7849189" y="1102856"/>
                    <a:pt x="7824394" y="1105779"/>
                    <a:pt x="7801540" y="1112687"/>
                  </a:cubicBezTo>
                  <a:cubicBezTo>
                    <a:pt x="7763512" y="1124093"/>
                    <a:pt x="7726779" y="1138106"/>
                    <a:pt x="7688760" y="1149668"/>
                  </a:cubicBezTo>
                  <a:cubicBezTo>
                    <a:pt x="7615403" y="1171881"/>
                    <a:pt x="7541813" y="1193320"/>
                    <a:pt x="7468219" y="1214601"/>
                  </a:cubicBezTo>
                  <a:cubicBezTo>
                    <a:pt x="7452461" y="1219127"/>
                    <a:pt x="7435183" y="1220431"/>
                    <a:pt x="7419634" y="1225261"/>
                  </a:cubicBezTo>
                  <a:cubicBezTo>
                    <a:pt x="7378370" y="1238236"/>
                    <a:pt x="7337343" y="1252140"/>
                    <a:pt x="7296522" y="1266193"/>
                  </a:cubicBezTo>
                  <a:cubicBezTo>
                    <a:pt x="7271802" y="1274761"/>
                    <a:pt x="7247746" y="1285023"/>
                    <a:pt x="7222817" y="1293286"/>
                  </a:cubicBezTo>
                  <a:cubicBezTo>
                    <a:pt x="7202872" y="1299897"/>
                    <a:pt x="7182284" y="1305284"/>
                    <a:pt x="7161457" y="1309742"/>
                  </a:cubicBezTo>
                  <a:cubicBezTo>
                    <a:pt x="7143523" y="1313589"/>
                    <a:pt x="7124653" y="1314184"/>
                    <a:pt x="7106944" y="1318647"/>
                  </a:cubicBezTo>
                  <a:cubicBezTo>
                    <a:pt x="7059008" y="1330687"/>
                    <a:pt x="7011720" y="1343954"/>
                    <a:pt x="6964204" y="1356601"/>
                  </a:cubicBezTo>
                  <a:cubicBezTo>
                    <a:pt x="6945158" y="1361601"/>
                    <a:pt x="6925667" y="1365522"/>
                    <a:pt x="6907255" y="1371589"/>
                  </a:cubicBezTo>
                  <a:cubicBezTo>
                    <a:pt x="6857955" y="1387619"/>
                    <a:pt x="6809525" y="1405490"/>
                    <a:pt x="6759991" y="1420747"/>
                  </a:cubicBezTo>
                  <a:cubicBezTo>
                    <a:pt x="6718908" y="1433400"/>
                    <a:pt x="6676513" y="1443133"/>
                    <a:pt x="6634783" y="1454562"/>
                  </a:cubicBezTo>
                  <a:cubicBezTo>
                    <a:pt x="6617097" y="1459495"/>
                    <a:pt x="6600269" y="1466113"/>
                    <a:pt x="6582555" y="1470418"/>
                  </a:cubicBezTo>
                  <a:cubicBezTo>
                    <a:pt x="6542888" y="1480178"/>
                    <a:pt x="6502579" y="1488712"/>
                    <a:pt x="6462719" y="1498482"/>
                  </a:cubicBezTo>
                  <a:cubicBezTo>
                    <a:pt x="6440000" y="1504127"/>
                    <a:pt x="6418233" y="1513338"/>
                    <a:pt x="6395050" y="1517437"/>
                  </a:cubicBezTo>
                  <a:cubicBezTo>
                    <a:pt x="6339992" y="1527154"/>
                    <a:pt x="6284444" y="1534853"/>
                    <a:pt x="6228927" y="1543179"/>
                  </a:cubicBezTo>
                  <a:cubicBezTo>
                    <a:pt x="6171671" y="1551745"/>
                    <a:pt x="6114621" y="1560617"/>
                    <a:pt x="6057331" y="1568558"/>
                  </a:cubicBezTo>
                  <a:cubicBezTo>
                    <a:pt x="6025969" y="1572738"/>
                    <a:pt x="5994307" y="1574734"/>
                    <a:pt x="5962939" y="1578758"/>
                  </a:cubicBezTo>
                  <a:cubicBezTo>
                    <a:pt x="5935441" y="1582281"/>
                    <a:pt x="5908230" y="1587673"/>
                    <a:pt x="5880756" y="1591666"/>
                  </a:cubicBezTo>
                  <a:cubicBezTo>
                    <a:pt x="5856953" y="1595010"/>
                    <a:pt x="5832910" y="1597425"/>
                    <a:pt x="5809105" y="1600770"/>
                  </a:cubicBezTo>
                  <a:cubicBezTo>
                    <a:pt x="5770986" y="1606216"/>
                    <a:pt x="5733083" y="1612124"/>
                    <a:pt x="5695165" y="1617719"/>
                  </a:cubicBezTo>
                  <a:cubicBezTo>
                    <a:pt x="5679295" y="1619896"/>
                    <a:pt x="5662765" y="1624616"/>
                    <a:pt x="5647685" y="1622990"/>
                  </a:cubicBezTo>
                  <a:cubicBezTo>
                    <a:pt x="5609687" y="1618857"/>
                    <a:pt x="5572641" y="1622370"/>
                    <a:pt x="5535323" y="1628248"/>
                  </a:cubicBezTo>
                  <a:cubicBezTo>
                    <a:pt x="5522562" y="1630278"/>
                    <a:pt x="5508745" y="1630629"/>
                    <a:pt x="5496177" y="1628567"/>
                  </a:cubicBezTo>
                  <a:cubicBezTo>
                    <a:pt x="5470455" y="1624470"/>
                    <a:pt x="5445407" y="1618145"/>
                    <a:pt x="5420013" y="1612778"/>
                  </a:cubicBezTo>
                  <a:cubicBezTo>
                    <a:pt x="5417253" y="1612127"/>
                    <a:pt x="5413941" y="1612129"/>
                    <a:pt x="5411005" y="1611800"/>
                  </a:cubicBezTo>
                  <a:cubicBezTo>
                    <a:pt x="5394351" y="1609934"/>
                    <a:pt x="5377898" y="1608060"/>
                    <a:pt x="5361259" y="1606507"/>
                  </a:cubicBezTo>
                  <a:cubicBezTo>
                    <a:pt x="5352259" y="1605686"/>
                    <a:pt x="5343116" y="1605970"/>
                    <a:pt x="5334120" y="1605305"/>
                  </a:cubicBezTo>
                  <a:cubicBezTo>
                    <a:pt x="5299308" y="1602589"/>
                    <a:pt x="5261564" y="1611785"/>
                    <a:pt x="5230715" y="1594283"/>
                  </a:cubicBezTo>
                  <a:cubicBezTo>
                    <a:pt x="5210688" y="1583006"/>
                    <a:pt x="5191969" y="1586734"/>
                    <a:pt x="5171263" y="1589616"/>
                  </a:cubicBezTo>
                  <a:cubicBezTo>
                    <a:pt x="5155583" y="1591784"/>
                    <a:pt x="5139427" y="1592091"/>
                    <a:pt x="5123496" y="1593018"/>
                  </a:cubicBezTo>
                  <a:cubicBezTo>
                    <a:pt x="5095527" y="1594836"/>
                    <a:pt x="5067543" y="1596342"/>
                    <a:pt x="5039590" y="1598474"/>
                  </a:cubicBezTo>
                  <a:cubicBezTo>
                    <a:pt x="5030662" y="1599218"/>
                    <a:pt x="5021716" y="1603574"/>
                    <a:pt x="5012937" y="1603369"/>
                  </a:cubicBezTo>
                  <a:cubicBezTo>
                    <a:pt x="4972362" y="1602343"/>
                    <a:pt x="4931703" y="1599594"/>
                    <a:pt x="4891143" y="1598882"/>
                  </a:cubicBezTo>
                  <a:cubicBezTo>
                    <a:pt x="4868132" y="1598423"/>
                    <a:pt x="4844753" y="1602530"/>
                    <a:pt x="4821905" y="1601436"/>
                  </a:cubicBezTo>
                  <a:cubicBezTo>
                    <a:pt x="4795544" y="1600196"/>
                    <a:pt x="4769576" y="1595013"/>
                    <a:pt x="4743339" y="1592353"/>
                  </a:cubicBezTo>
                  <a:cubicBezTo>
                    <a:pt x="4736095" y="1591605"/>
                    <a:pt x="4728193" y="1593398"/>
                    <a:pt x="4720626" y="1594076"/>
                  </a:cubicBezTo>
                  <a:cubicBezTo>
                    <a:pt x="4712089" y="1594803"/>
                    <a:pt x="4703760" y="1595832"/>
                    <a:pt x="4695215" y="1596400"/>
                  </a:cubicBezTo>
                  <a:cubicBezTo>
                    <a:pt x="4669182" y="1597969"/>
                    <a:pt x="4643112" y="1598756"/>
                    <a:pt x="4617116" y="1601107"/>
                  </a:cubicBezTo>
                  <a:cubicBezTo>
                    <a:pt x="4601208" y="1602502"/>
                    <a:pt x="4584802" y="1609727"/>
                    <a:pt x="4569913" y="1608091"/>
                  </a:cubicBezTo>
                  <a:cubicBezTo>
                    <a:pt x="4539567" y="1605002"/>
                    <a:pt x="4509928" y="1616632"/>
                    <a:pt x="4479392" y="1609630"/>
                  </a:cubicBezTo>
                  <a:cubicBezTo>
                    <a:pt x="4469938" y="1607574"/>
                    <a:pt x="4457412" y="1614456"/>
                    <a:pt x="4446151" y="1615312"/>
                  </a:cubicBezTo>
                  <a:cubicBezTo>
                    <a:pt x="4418004" y="1617453"/>
                    <a:pt x="4389812" y="1618656"/>
                    <a:pt x="4361619" y="1619859"/>
                  </a:cubicBezTo>
                  <a:cubicBezTo>
                    <a:pt x="4336341" y="1620921"/>
                    <a:pt x="4310204" y="1624377"/>
                    <a:pt x="4285695" y="1621164"/>
                  </a:cubicBezTo>
                  <a:cubicBezTo>
                    <a:pt x="4260004" y="1617695"/>
                    <a:pt x="4237099" y="1619427"/>
                    <a:pt x="4212667" y="1625940"/>
                  </a:cubicBezTo>
                  <a:cubicBezTo>
                    <a:pt x="4195929" y="1630357"/>
                    <a:pt x="4178068" y="1631689"/>
                    <a:pt x="4160628" y="1633627"/>
                  </a:cubicBezTo>
                  <a:cubicBezTo>
                    <a:pt x="4141833" y="1635789"/>
                    <a:pt x="4120875" y="1633504"/>
                    <a:pt x="4104018" y="1639495"/>
                  </a:cubicBezTo>
                  <a:cubicBezTo>
                    <a:pt x="4053828" y="1657296"/>
                    <a:pt x="4001698" y="1663104"/>
                    <a:pt x="3948438" y="1665671"/>
                  </a:cubicBezTo>
                  <a:cubicBezTo>
                    <a:pt x="3938718" y="1666140"/>
                    <a:pt x="3928697" y="1664427"/>
                    <a:pt x="3919256" y="1662527"/>
                  </a:cubicBezTo>
                  <a:cubicBezTo>
                    <a:pt x="3864147" y="1651058"/>
                    <a:pt x="3809587" y="1654944"/>
                    <a:pt x="3754603" y="1666227"/>
                  </a:cubicBezTo>
                  <a:cubicBezTo>
                    <a:pt x="3743223" y="1668658"/>
                    <a:pt x="3730411" y="1669591"/>
                    <a:pt x="3718852" y="1668265"/>
                  </a:cubicBezTo>
                  <a:cubicBezTo>
                    <a:pt x="3686318" y="1664340"/>
                    <a:pt x="3654585" y="1656767"/>
                    <a:pt x="3621934" y="1654418"/>
                  </a:cubicBezTo>
                  <a:cubicBezTo>
                    <a:pt x="3567977" y="1650585"/>
                    <a:pt x="3522560" y="1674431"/>
                    <a:pt x="3475226" y="1690838"/>
                  </a:cubicBezTo>
                  <a:cubicBezTo>
                    <a:pt x="3430187" y="1706349"/>
                    <a:pt x="3392759" y="1738285"/>
                    <a:pt x="3338395" y="1734157"/>
                  </a:cubicBezTo>
                  <a:cubicBezTo>
                    <a:pt x="3332924" y="1733793"/>
                    <a:pt x="3327102" y="1738312"/>
                    <a:pt x="3321128" y="1739699"/>
                  </a:cubicBezTo>
                  <a:cubicBezTo>
                    <a:pt x="3304749" y="1743471"/>
                    <a:pt x="3288400" y="1747867"/>
                    <a:pt x="3271751" y="1750083"/>
                  </a:cubicBezTo>
                  <a:cubicBezTo>
                    <a:pt x="3251431" y="1752946"/>
                    <a:pt x="3230601" y="1753322"/>
                    <a:pt x="3210267" y="1755871"/>
                  </a:cubicBezTo>
                  <a:cubicBezTo>
                    <a:pt x="3184115" y="1759015"/>
                    <a:pt x="3158504" y="1765272"/>
                    <a:pt x="3132456" y="1766527"/>
                  </a:cubicBezTo>
                  <a:cubicBezTo>
                    <a:pt x="3111463" y="1767539"/>
                    <a:pt x="3090384" y="1762749"/>
                    <a:pt x="3069450" y="1760933"/>
                  </a:cubicBezTo>
                  <a:cubicBezTo>
                    <a:pt x="3039909" y="1758434"/>
                    <a:pt x="3007693" y="1761086"/>
                    <a:pt x="2981357" y="1752311"/>
                  </a:cubicBezTo>
                  <a:cubicBezTo>
                    <a:pt x="2953242" y="1742995"/>
                    <a:pt x="2926767" y="1739406"/>
                    <a:pt x="2898350" y="1744071"/>
                  </a:cubicBezTo>
                  <a:cubicBezTo>
                    <a:pt x="2888878" y="1745627"/>
                    <a:pt x="2876949" y="1752794"/>
                    <a:pt x="2872998" y="1759731"/>
                  </a:cubicBezTo>
                  <a:cubicBezTo>
                    <a:pt x="2864196" y="1775222"/>
                    <a:pt x="2851302" y="1778512"/>
                    <a:pt x="2833363" y="1774197"/>
                  </a:cubicBezTo>
                  <a:cubicBezTo>
                    <a:pt x="2817796" y="1770553"/>
                    <a:pt x="2798835" y="1769271"/>
                    <a:pt x="2787932" y="1761321"/>
                  </a:cubicBezTo>
                  <a:cubicBezTo>
                    <a:pt x="2757035" y="1738800"/>
                    <a:pt x="2719092" y="1739844"/>
                    <a:pt x="2681851" y="1735206"/>
                  </a:cubicBezTo>
                  <a:cubicBezTo>
                    <a:pt x="2659116" y="1732377"/>
                    <a:pt x="2638112" y="1733233"/>
                    <a:pt x="2615692" y="1736981"/>
                  </a:cubicBezTo>
                  <a:cubicBezTo>
                    <a:pt x="2566996" y="1745293"/>
                    <a:pt x="2518963" y="1739133"/>
                    <a:pt x="2471401" y="1730598"/>
                  </a:cubicBezTo>
                  <a:cubicBezTo>
                    <a:pt x="2439951" y="1724896"/>
                    <a:pt x="2407862" y="1722048"/>
                    <a:pt x="2376602" y="1716179"/>
                  </a:cubicBezTo>
                  <a:cubicBezTo>
                    <a:pt x="2353197" y="1711657"/>
                    <a:pt x="2329742" y="1706039"/>
                    <a:pt x="2308117" y="1697980"/>
                  </a:cubicBezTo>
                  <a:cubicBezTo>
                    <a:pt x="2276760" y="1686151"/>
                    <a:pt x="2248972" y="1667403"/>
                    <a:pt x="2210156" y="1674611"/>
                  </a:cubicBezTo>
                  <a:cubicBezTo>
                    <a:pt x="2175975" y="1680965"/>
                    <a:pt x="2144400" y="1672601"/>
                    <a:pt x="2112456" y="1664725"/>
                  </a:cubicBezTo>
                  <a:cubicBezTo>
                    <a:pt x="2088991" y="1658951"/>
                    <a:pt x="2065524" y="1653018"/>
                    <a:pt x="2041401" y="1649787"/>
                  </a:cubicBezTo>
                  <a:cubicBezTo>
                    <a:pt x="2012771" y="1645989"/>
                    <a:pt x="1980804" y="1649728"/>
                    <a:pt x="1955072" y="1641394"/>
                  </a:cubicBezTo>
                  <a:cubicBezTo>
                    <a:pt x="1928153" y="1632648"/>
                    <a:pt x="1906514" y="1640440"/>
                    <a:pt x="1883129" y="1644393"/>
                  </a:cubicBezTo>
                  <a:cubicBezTo>
                    <a:pt x="1845824" y="1650585"/>
                    <a:pt x="1808893" y="1660526"/>
                    <a:pt x="1770492" y="1652019"/>
                  </a:cubicBezTo>
                  <a:cubicBezTo>
                    <a:pt x="1723819" y="1641714"/>
                    <a:pt x="1677489" y="1630452"/>
                    <a:pt x="1630653" y="1620782"/>
                  </a:cubicBezTo>
                  <a:cubicBezTo>
                    <a:pt x="1612549" y="1617102"/>
                    <a:pt x="1593218" y="1616151"/>
                    <a:pt x="1574457" y="1615016"/>
                  </a:cubicBezTo>
                  <a:cubicBezTo>
                    <a:pt x="1556686" y="1614146"/>
                    <a:pt x="1535710" y="1619551"/>
                    <a:pt x="1521784" y="1613632"/>
                  </a:cubicBezTo>
                  <a:cubicBezTo>
                    <a:pt x="1485979" y="1598408"/>
                    <a:pt x="1449621" y="1591844"/>
                    <a:pt x="1409187" y="1593793"/>
                  </a:cubicBezTo>
                  <a:cubicBezTo>
                    <a:pt x="1394024" y="1594524"/>
                    <a:pt x="1378911" y="1588189"/>
                    <a:pt x="1363496" y="1587676"/>
                  </a:cubicBezTo>
                  <a:cubicBezTo>
                    <a:pt x="1342425" y="1587124"/>
                    <a:pt x="1318117" y="1584058"/>
                    <a:pt x="1300134" y="1590889"/>
                  </a:cubicBezTo>
                  <a:cubicBezTo>
                    <a:pt x="1257854" y="1607051"/>
                    <a:pt x="1222495" y="1596986"/>
                    <a:pt x="1184306" y="1584859"/>
                  </a:cubicBezTo>
                  <a:cubicBezTo>
                    <a:pt x="1146708" y="1572861"/>
                    <a:pt x="1107302" y="1563776"/>
                    <a:pt x="1067600" y="1556587"/>
                  </a:cubicBezTo>
                  <a:cubicBezTo>
                    <a:pt x="1052669" y="1554011"/>
                    <a:pt x="1035245" y="1560344"/>
                    <a:pt x="1018967" y="1562226"/>
                  </a:cubicBezTo>
                  <a:cubicBezTo>
                    <a:pt x="1013150" y="1562822"/>
                    <a:pt x="1006759" y="1563601"/>
                    <a:pt x="1001437" y="1562287"/>
                  </a:cubicBezTo>
                  <a:cubicBezTo>
                    <a:pt x="949978" y="1549702"/>
                    <a:pt x="897913" y="1540756"/>
                    <a:pt x="843282" y="1551235"/>
                  </a:cubicBezTo>
                  <a:cubicBezTo>
                    <a:pt x="838267" y="1552263"/>
                    <a:pt x="832545" y="1550812"/>
                    <a:pt x="827437" y="1549959"/>
                  </a:cubicBezTo>
                  <a:cubicBezTo>
                    <a:pt x="802478" y="1545513"/>
                    <a:pt x="777945" y="1537750"/>
                    <a:pt x="752774" y="1536924"/>
                  </a:cubicBezTo>
                  <a:cubicBezTo>
                    <a:pt x="690717" y="1534893"/>
                    <a:pt x="628418" y="1535855"/>
                    <a:pt x="566053" y="1535567"/>
                  </a:cubicBezTo>
                  <a:cubicBezTo>
                    <a:pt x="562157" y="1535598"/>
                    <a:pt x="558075" y="1535795"/>
                    <a:pt x="554525" y="1534867"/>
                  </a:cubicBezTo>
                  <a:cubicBezTo>
                    <a:pt x="531261" y="1529239"/>
                    <a:pt x="511348" y="1532398"/>
                    <a:pt x="492526" y="1546173"/>
                  </a:cubicBezTo>
                  <a:cubicBezTo>
                    <a:pt x="484245" y="1552222"/>
                    <a:pt x="472725" y="1555759"/>
                    <a:pt x="462187" y="1559407"/>
                  </a:cubicBezTo>
                  <a:cubicBezTo>
                    <a:pt x="446667" y="1564864"/>
                    <a:pt x="430753" y="1570181"/>
                    <a:pt x="414568" y="1573944"/>
                  </a:cubicBezTo>
                  <a:cubicBezTo>
                    <a:pt x="398570" y="1577539"/>
                    <a:pt x="381458" y="1582287"/>
                    <a:pt x="365802" y="1580845"/>
                  </a:cubicBezTo>
                  <a:cubicBezTo>
                    <a:pt x="337622" y="1578281"/>
                    <a:pt x="310567" y="1570797"/>
                    <a:pt x="282687" y="1566332"/>
                  </a:cubicBezTo>
                  <a:cubicBezTo>
                    <a:pt x="273064" y="1564756"/>
                    <a:pt x="262582" y="1565577"/>
                    <a:pt x="252662" y="1565897"/>
                  </a:cubicBezTo>
                  <a:cubicBezTo>
                    <a:pt x="229895" y="1566525"/>
                    <a:pt x="206788" y="1572190"/>
                    <a:pt x="185558" y="1560187"/>
                  </a:cubicBezTo>
                  <a:cubicBezTo>
                    <a:pt x="165921" y="1548893"/>
                    <a:pt x="146848" y="1553421"/>
                    <a:pt x="127273" y="1563624"/>
                  </a:cubicBezTo>
                  <a:cubicBezTo>
                    <a:pt x="113205" y="1570894"/>
                    <a:pt x="97127" y="1576849"/>
                    <a:pt x="81114" y="1580132"/>
                  </a:cubicBezTo>
                  <a:cubicBezTo>
                    <a:pt x="59119" y="1584644"/>
                    <a:pt x="37222" y="1587113"/>
                    <a:pt x="13214" y="1586229"/>
                  </a:cubicBezTo>
                  <a:lnTo>
                    <a:pt x="0" y="1585408"/>
                  </a:lnTo>
                  <a:lnTo>
                    <a:pt x="0" y="1251083"/>
                  </a:lnTo>
                  <a:lnTo>
                    <a:pt x="4829" y="1250628"/>
                  </a:lnTo>
                  <a:cubicBezTo>
                    <a:pt x="19743" y="1248810"/>
                    <a:pt x="33925" y="1243890"/>
                    <a:pt x="48555" y="1240203"/>
                  </a:cubicBezTo>
                  <a:cubicBezTo>
                    <a:pt x="56634" y="1238087"/>
                    <a:pt x="65164" y="1233125"/>
                    <a:pt x="72789" y="1233698"/>
                  </a:cubicBezTo>
                  <a:cubicBezTo>
                    <a:pt x="116985" y="1237061"/>
                    <a:pt x="156575" y="1221656"/>
                    <a:pt x="197847" y="1212918"/>
                  </a:cubicBezTo>
                  <a:cubicBezTo>
                    <a:pt x="216941" y="1208859"/>
                    <a:pt x="234655" y="1200472"/>
                    <a:pt x="253067" y="1194405"/>
                  </a:cubicBezTo>
                  <a:cubicBezTo>
                    <a:pt x="257858" y="1192761"/>
                    <a:pt x="263240" y="1191246"/>
                    <a:pt x="268116" y="1191325"/>
                  </a:cubicBezTo>
                  <a:cubicBezTo>
                    <a:pt x="296002" y="1191864"/>
                    <a:pt x="323734" y="1193195"/>
                    <a:pt x="351434" y="1193900"/>
                  </a:cubicBezTo>
                  <a:cubicBezTo>
                    <a:pt x="376602" y="1194570"/>
                    <a:pt x="401901" y="1193978"/>
                    <a:pt x="414867" y="1216423"/>
                  </a:cubicBezTo>
                  <a:cubicBezTo>
                    <a:pt x="416792" y="1219940"/>
                    <a:pt x="422751" y="1222321"/>
                    <a:pt x="427335" y="1224454"/>
                  </a:cubicBezTo>
                  <a:cubicBezTo>
                    <a:pt x="498086" y="1257296"/>
                    <a:pt x="534972" y="1254575"/>
                    <a:pt x="600582" y="1213120"/>
                  </a:cubicBezTo>
                  <a:cubicBezTo>
                    <a:pt x="607391" y="1208869"/>
                    <a:pt x="622223" y="1205328"/>
                    <a:pt x="627039" y="1208235"/>
                  </a:cubicBezTo>
                  <a:cubicBezTo>
                    <a:pt x="667947" y="1232315"/>
                    <a:pt x="711159" y="1227406"/>
                    <a:pt x="756446" y="1217062"/>
                  </a:cubicBezTo>
                  <a:cubicBezTo>
                    <a:pt x="768198" y="1214299"/>
                    <a:pt x="784916" y="1213493"/>
                    <a:pt x="794106" y="1218229"/>
                  </a:cubicBezTo>
                  <a:cubicBezTo>
                    <a:pt x="837831" y="1240132"/>
                    <a:pt x="883345" y="1234486"/>
                    <a:pt x="929268" y="1225211"/>
                  </a:cubicBezTo>
                  <a:cubicBezTo>
                    <a:pt x="936407" y="1223768"/>
                    <a:pt x="944870" y="1217395"/>
                    <a:pt x="947713" y="1211766"/>
                  </a:cubicBezTo>
                  <a:cubicBezTo>
                    <a:pt x="957859" y="1191817"/>
                    <a:pt x="978341" y="1184237"/>
                    <a:pt x="1001014" y="1177651"/>
                  </a:cubicBezTo>
                  <a:cubicBezTo>
                    <a:pt x="1036739" y="1166984"/>
                    <a:pt x="1071804" y="1154778"/>
                    <a:pt x="1107747" y="1144571"/>
                  </a:cubicBezTo>
                  <a:cubicBezTo>
                    <a:pt x="1116591" y="1142105"/>
                    <a:pt x="1127732" y="1142824"/>
                    <a:pt x="1137175" y="1144721"/>
                  </a:cubicBezTo>
                  <a:cubicBezTo>
                    <a:pt x="1169439" y="1151170"/>
                    <a:pt x="1190621" y="1170237"/>
                    <a:pt x="1213670" y="1187646"/>
                  </a:cubicBezTo>
                  <a:cubicBezTo>
                    <a:pt x="1223783" y="1195319"/>
                    <a:pt x="1237474" y="1200466"/>
                    <a:pt x="1250725" y="1204534"/>
                  </a:cubicBezTo>
                  <a:cubicBezTo>
                    <a:pt x="1285128" y="1214961"/>
                    <a:pt x="1320250" y="1224096"/>
                    <a:pt x="1355013" y="1233876"/>
                  </a:cubicBezTo>
                  <a:cubicBezTo>
                    <a:pt x="1358370" y="1234813"/>
                    <a:pt x="1361226" y="1237500"/>
                    <a:pt x="1363867" y="1239727"/>
                  </a:cubicBezTo>
                  <a:cubicBezTo>
                    <a:pt x="1390329" y="1263248"/>
                    <a:pt x="1416604" y="1286933"/>
                    <a:pt x="1443262" y="1310445"/>
                  </a:cubicBezTo>
                  <a:cubicBezTo>
                    <a:pt x="1448347" y="1314908"/>
                    <a:pt x="1455513" y="1318016"/>
                    <a:pt x="1460979" y="1322303"/>
                  </a:cubicBezTo>
                  <a:cubicBezTo>
                    <a:pt x="1468669" y="1328210"/>
                    <a:pt x="1478286" y="1333711"/>
                    <a:pt x="1482536" y="1341039"/>
                  </a:cubicBezTo>
                  <a:cubicBezTo>
                    <a:pt x="1495726" y="1364100"/>
                    <a:pt x="1519349" y="1373163"/>
                    <a:pt x="1548717" y="1376141"/>
                  </a:cubicBezTo>
                  <a:cubicBezTo>
                    <a:pt x="1575545" y="1378927"/>
                    <a:pt x="1602342" y="1381090"/>
                    <a:pt x="1629003" y="1384512"/>
                  </a:cubicBezTo>
                  <a:cubicBezTo>
                    <a:pt x="1661543" y="1388593"/>
                    <a:pt x="1693912" y="1393153"/>
                    <a:pt x="1726123" y="1398505"/>
                  </a:cubicBezTo>
                  <a:cubicBezTo>
                    <a:pt x="1740066" y="1400816"/>
                    <a:pt x="1754811" y="1403557"/>
                    <a:pt x="1766964" y="1409092"/>
                  </a:cubicBezTo>
                  <a:cubicBezTo>
                    <a:pt x="1801017" y="1424400"/>
                    <a:pt x="1837141" y="1434114"/>
                    <a:pt x="1875994" y="1427691"/>
                  </a:cubicBezTo>
                  <a:cubicBezTo>
                    <a:pt x="1907115" y="1422580"/>
                    <a:pt x="1933803" y="1430553"/>
                    <a:pt x="1953935" y="1444021"/>
                  </a:cubicBezTo>
                  <a:cubicBezTo>
                    <a:pt x="1990575" y="1468464"/>
                    <a:pt x="2028191" y="1460686"/>
                    <a:pt x="2065495" y="1450414"/>
                  </a:cubicBezTo>
                  <a:cubicBezTo>
                    <a:pt x="2084723" y="1445093"/>
                    <a:pt x="2100691" y="1444951"/>
                    <a:pt x="2119362" y="1448287"/>
                  </a:cubicBezTo>
                  <a:cubicBezTo>
                    <a:pt x="2162602" y="1456090"/>
                    <a:pt x="2192468" y="1481487"/>
                    <a:pt x="2221201" y="1503642"/>
                  </a:cubicBezTo>
                  <a:cubicBezTo>
                    <a:pt x="2245688" y="1522550"/>
                    <a:pt x="2272668" y="1532548"/>
                    <a:pt x="2302040" y="1539608"/>
                  </a:cubicBezTo>
                  <a:cubicBezTo>
                    <a:pt x="2339105" y="1548650"/>
                    <a:pt x="2367870" y="1543183"/>
                    <a:pt x="2384113" y="1516348"/>
                  </a:cubicBezTo>
                  <a:cubicBezTo>
                    <a:pt x="2388617" y="1508754"/>
                    <a:pt x="2396755" y="1499730"/>
                    <a:pt x="2405786" y="1497098"/>
                  </a:cubicBezTo>
                  <a:cubicBezTo>
                    <a:pt x="2449381" y="1484011"/>
                    <a:pt x="2493321" y="1465885"/>
                    <a:pt x="2541024" y="1473316"/>
                  </a:cubicBezTo>
                  <a:cubicBezTo>
                    <a:pt x="2606979" y="1483476"/>
                    <a:pt x="2670700" y="1479620"/>
                    <a:pt x="2735378" y="1463319"/>
                  </a:cubicBezTo>
                  <a:cubicBezTo>
                    <a:pt x="2840290" y="1436918"/>
                    <a:pt x="2945143" y="1409264"/>
                    <a:pt x="3056752" y="1408590"/>
                  </a:cubicBezTo>
                  <a:cubicBezTo>
                    <a:pt x="3075255" y="1408484"/>
                    <a:pt x="3096759" y="1397873"/>
                    <a:pt x="3112247" y="1387711"/>
                  </a:cubicBezTo>
                  <a:cubicBezTo>
                    <a:pt x="3141904" y="1368391"/>
                    <a:pt x="3140475" y="1367046"/>
                    <a:pt x="3175396" y="1380116"/>
                  </a:cubicBezTo>
                  <a:cubicBezTo>
                    <a:pt x="3183734" y="1383324"/>
                    <a:pt x="3193949" y="1385028"/>
                    <a:pt x="3200231" y="1390061"/>
                  </a:cubicBezTo>
                  <a:cubicBezTo>
                    <a:pt x="3232249" y="1415668"/>
                    <a:pt x="3269837" y="1407264"/>
                    <a:pt x="3307359" y="1401532"/>
                  </a:cubicBezTo>
                  <a:cubicBezTo>
                    <a:pt x="3313931" y="1400431"/>
                    <a:pt x="3321847" y="1398950"/>
                    <a:pt x="3327591" y="1400871"/>
                  </a:cubicBezTo>
                  <a:cubicBezTo>
                    <a:pt x="3353529" y="1409506"/>
                    <a:pt x="3374940" y="1405023"/>
                    <a:pt x="3396452" y="1390488"/>
                  </a:cubicBezTo>
                  <a:cubicBezTo>
                    <a:pt x="3415136" y="1377975"/>
                    <a:pt x="3436965" y="1370017"/>
                    <a:pt x="3460402" y="1383325"/>
                  </a:cubicBezTo>
                  <a:cubicBezTo>
                    <a:pt x="3512481" y="1412831"/>
                    <a:pt x="3566594" y="1411791"/>
                    <a:pt x="3622771" y="1388838"/>
                  </a:cubicBezTo>
                  <a:cubicBezTo>
                    <a:pt x="3662895" y="1372465"/>
                    <a:pt x="3702976" y="1367237"/>
                    <a:pt x="3746637" y="1379728"/>
                  </a:cubicBezTo>
                  <a:cubicBezTo>
                    <a:pt x="3763431" y="1384568"/>
                    <a:pt x="3784631" y="1379779"/>
                    <a:pt x="3803936" y="1380104"/>
                  </a:cubicBezTo>
                  <a:cubicBezTo>
                    <a:pt x="3814852" y="1380206"/>
                    <a:pt x="3826912" y="1379781"/>
                    <a:pt x="3836429" y="1383246"/>
                  </a:cubicBezTo>
                  <a:cubicBezTo>
                    <a:pt x="3861796" y="1392067"/>
                    <a:pt x="3885544" y="1403791"/>
                    <a:pt x="3911096" y="1412447"/>
                  </a:cubicBezTo>
                  <a:cubicBezTo>
                    <a:pt x="3923375" y="1416563"/>
                    <a:pt x="3937880" y="1418374"/>
                    <a:pt x="3951494" y="1417876"/>
                  </a:cubicBezTo>
                  <a:cubicBezTo>
                    <a:pt x="3991770" y="1416719"/>
                    <a:pt x="4032008" y="1414779"/>
                    <a:pt x="4071982" y="1411440"/>
                  </a:cubicBezTo>
                  <a:cubicBezTo>
                    <a:pt x="4137967" y="1406061"/>
                    <a:pt x="4205006" y="1402357"/>
                    <a:pt x="4250380" y="1353404"/>
                  </a:cubicBezTo>
                  <a:cubicBezTo>
                    <a:pt x="4254089" y="1349458"/>
                    <a:pt x="4262340" y="1346862"/>
                    <a:pt x="4268920" y="1345917"/>
                  </a:cubicBezTo>
                  <a:cubicBezTo>
                    <a:pt x="4299294" y="1341472"/>
                    <a:pt x="4330574" y="1339650"/>
                    <a:pt x="4360470" y="1333343"/>
                  </a:cubicBezTo>
                  <a:cubicBezTo>
                    <a:pt x="4384386" y="1328268"/>
                    <a:pt x="4404468" y="1328555"/>
                    <a:pt x="4423403" y="1341452"/>
                  </a:cubicBezTo>
                  <a:cubicBezTo>
                    <a:pt x="4448189" y="1358462"/>
                    <a:pt x="4477861" y="1367704"/>
                    <a:pt x="4509460" y="1360374"/>
                  </a:cubicBezTo>
                  <a:cubicBezTo>
                    <a:pt x="4541065" y="1353201"/>
                    <a:pt x="4562648" y="1364401"/>
                    <a:pt x="4586780" y="1375951"/>
                  </a:cubicBezTo>
                  <a:cubicBezTo>
                    <a:pt x="4604332" y="1384363"/>
                    <a:pt x="4624329" y="1395013"/>
                    <a:pt x="4643424" y="1395033"/>
                  </a:cubicBezTo>
                  <a:cubicBezTo>
                    <a:pt x="4686675" y="1394988"/>
                    <a:pt x="4725358" y="1425453"/>
                    <a:pt x="4771320" y="1404876"/>
                  </a:cubicBezTo>
                  <a:cubicBezTo>
                    <a:pt x="4774371" y="1403474"/>
                    <a:pt x="4780158" y="1406334"/>
                    <a:pt x="4784667" y="1406901"/>
                  </a:cubicBezTo>
                  <a:cubicBezTo>
                    <a:pt x="4820721" y="1411127"/>
                    <a:pt x="4854069" y="1403711"/>
                    <a:pt x="4879368" y="1382875"/>
                  </a:cubicBezTo>
                  <a:cubicBezTo>
                    <a:pt x="4912543" y="1355694"/>
                    <a:pt x="4950522" y="1351352"/>
                    <a:pt x="4993296" y="1357609"/>
                  </a:cubicBezTo>
                  <a:cubicBezTo>
                    <a:pt x="5007034" y="1359614"/>
                    <a:pt x="5020731" y="1360837"/>
                    <a:pt x="5034636" y="1362363"/>
                  </a:cubicBezTo>
                  <a:cubicBezTo>
                    <a:pt x="5053449" y="1364595"/>
                    <a:pt x="5072464" y="1366976"/>
                    <a:pt x="5091273" y="1369207"/>
                  </a:cubicBezTo>
                  <a:cubicBezTo>
                    <a:pt x="5109504" y="1371467"/>
                    <a:pt x="5129782" y="1375825"/>
                    <a:pt x="5143127" y="1361686"/>
                  </a:cubicBezTo>
                  <a:cubicBezTo>
                    <a:pt x="5154621" y="1349517"/>
                    <a:pt x="5163226" y="1350201"/>
                    <a:pt x="5174789" y="1359688"/>
                  </a:cubicBezTo>
                  <a:cubicBezTo>
                    <a:pt x="5214968" y="1392905"/>
                    <a:pt x="5262677" y="1412577"/>
                    <a:pt x="5322233" y="1411274"/>
                  </a:cubicBezTo>
                  <a:cubicBezTo>
                    <a:pt x="5334495" y="1410998"/>
                    <a:pt x="5347041" y="1412589"/>
                    <a:pt x="5359206" y="1414357"/>
                  </a:cubicBezTo>
                  <a:cubicBezTo>
                    <a:pt x="5366661" y="1415410"/>
                    <a:pt x="5375679" y="1416546"/>
                    <a:pt x="5380352" y="1420558"/>
                  </a:cubicBezTo>
                  <a:cubicBezTo>
                    <a:pt x="5416702" y="1451134"/>
                    <a:pt x="5461130" y="1471435"/>
                    <a:pt x="5509233" y="1487165"/>
                  </a:cubicBezTo>
                  <a:cubicBezTo>
                    <a:pt x="5526453" y="1492769"/>
                    <a:pt x="5544842" y="1498316"/>
                    <a:pt x="5563203" y="1499314"/>
                  </a:cubicBezTo>
                  <a:cubicBezTo>
                    <a:pt x="5582343" y="1500274"/>
                    <a:pt x="5602213" y="1496178"/>
                    <a:pt x="5621569" y="1493518"/>
                  </a:cubicBezTo>
                  <a:cubicBezTo>
                    <a:pt x="5632992" y="1492027"/>
                    <a:pt x="5646218" y="1491546"/>
                    <a:pt x="5655136" y="1486565"/>
                  </a:cubicBezTo>
                  <a:cubicBezTo>
                    <a:pt x="5683412" y="1470920"/>
                    <a:pt x="5710663" y="1454227"/>
                    <a:pt x="5736883" y="1436327"/>
                  </a:cubicBezTo>
                  <a:cubicBezTo>
                    <a:pt x="5759329" y="1420964"/>
                    <a:pt x="5763896" y="1418703"/>
                    <a:pt x="5784777" y="1435588"/>
                  </a:cubicBezTo>
                  <a:cubicBezTo>
                    <a:pt x="5806265" y="1452914"/>
                    <a:pt x="5832384" y="1461227"/>
                    <a:pt x="5860952" y="1463773"/>
                  </a:cubicBezTo>
                  <a:cubicBezTo>
                    <a:pt x="5906149" y="1467715"/>
                    <a:pt x="5951689" y="1470699"/>
                    <a:pt x="5997123" y="1471491"/>
                  </a:cubicBezTo>
                  <a:cubicBezTo>
                    <a:pt x="6038268" y="1472175"/>
                    <a:pt x="6057205" y="1456823"/>
                    <a:pt x="6063793" y="1423706"/>
                  </a:cubicBezTo>
                  <a:cubicBezTo>
                    <a:pt x="6067583" y="1405318"/>
                    <a:pt x="6072658" y="1385299"/>
                    <a:pt x="6097303" y="1379247"/>
                  </a:cubicBezTo>
                  <a:cubicBezTo>
                    <a:pt x="6137553" y="1369459"/>
                    <a:pt x="6179569" y="1363982"/>
                    <a:pt x="6197741" y="1324656"/>
                  </a:cubicBezTo>
                  <a:cubicBezTo>
                    <a:pt x="6209228" y="1332576"/>
                    <a:pt x="6216273" y="1337259"/>
                    <a:pt x="6223125" y="1341950"/>
                  </a:cubicBezTo>
                  <a:cubicBezTo>
                    <a:pt x="6242068" y="1355004"/>
                    <a:pt x="6280258" y="1359128"/>
                    <a:pt x="6298923" y="1346144"/>
                  </a:cubicBezTo>
                  <a:cubicBezTo>
                    <a:pt x="6326456" y="1327240"/>
                    <a:pt x="6352664" y="1329272"/>
                    <a:pt x="6380532" y="1341582"/>
                  </a:cubicBezTo>
                  <a:cubicBezTo>
                    <a:pt x="6427106" y="1361936"/>
                    <a:pt x="6477590" y="1354322"/>
                    <a:pt x="6523222" y="1343021"/>
                  </a:cubicBezTo>
                  <a:cubicBezTo>
                    <a:pt x="6557692" y="1334610"/>
                    <a:pt x="6594223" y="1320451"/>
                    <a:pt x="6615600" y="1291015"/>
                  </a:cubicBezTo>
                  <a:cubicBezTo>
                    <a:pt x="6622353" y="1281587"/>
                    <a:pt x="6638269" y="1276267"/>
                    <a:pt x="6650812" y="1269700"/>
                  </a:cubicBezTo>
                  <a:cubicBezTo>
                    <a:pt x="6661270" y="1264331"/>
                    <a:pt x="6672325" y="1259247"/>
                    <a:pt x="6684030" y="1255543"/>
                  </a:cubicBezTo>
                  <a:cubicBezTo>
                    <a:pt x="6696499" y="1251489"/>
                    <a:pt x="6710255" y="1245804"/>
                    <a:pt x="6722764" y="1246615"/>
                  </a:cubicBezTo>
                  <a:cubicBezTo>
                    <a:pt x="6760669" y="1248867"/>
                    <a:pt x="6790221" y="1239438"/>
                    <a:pt x="6815757" y="1215451"/>
                  </a:cubicBezTo>
                  <a:cubicBezTo>
                    <a:pt x="6828992" y="1203043"/>
                    <a:pt x="6848714" y="1187812"/>
                    <a:pt x="6866200" y="1186810"/>
                  </a:cubicBezTo>
                  <a:cubicBezTo>
                    <a:pt x="6908748" y="1184290"/>
                    <a:pt x="6943582" y="1171310"/>
                    <a:pt x="6981228" y="1155999"/>
                  </a:cubicBezTo>
                  <a:cubicBezTo>
                    <a:pt x="7005498" y="1146197"/>
                    <a:pt x="7033203" y="1138898"/>
                    <a:pt x="7059255" y="1129638"/>
                  </a:cubicBezTo>
                  <a:cubicBezTo>
                    <a:pt x="7089708" y="1118754"/>
                    <a:pt x="7123173" y="1113688"/>
                    <a:pt x="7140774" y="1086787"/>
                  </a:cubicBezTo>
                  <a:cubicBezTo>
                    <a:pt x="7142774" y="1083867"/>
                    <a:pt x="7149168" y="1083087"/>
                    <a:pt x="7152150" y="1080276"/>
                  </a:cubicBezTo>
                  <a:cubicBezTo>
                    <a:pt x="7161669" y="1071656"/>
                    <a:pt x="7174137" y="1063523"/>
                    <a:pt x="7178911" y="1053404"/>
                  </a:cubicBezTo>
                  <a:cubicBezTo>
                    <a:pt x="7192683" y="1023864"/>
                    <a:pt x="7203105" y="993543"/>
                    <a:pt x="7215302" y="963609"/>
                  </a:cubicBezTo>
                  <a:cubicBezTo>
                    <a:pt x="7217917" y="957204"/>
                    <a:pt x="7220252" y="949088"/>
                    <a:pt x="7226104" y="945196"/>
                  </a:cubicBezTo>
                  <a:cubicBezTo>
                    <a:pt x="7259903" y="922850"/>
                    <a:pt x="7294324" y="901259"/>
                    <a:pt x="7329145" y="879964"/>
                  </a:cubicBezTo>
                  <a:cubicBezTo>
                    <a:pt x="7343153" y="871441"/>
                    <a:pt x="7355416" y="875246"/>
                    <a:pt x="7368683" y="883708"/>
                  </a:cubicBezTo>
                  <a:cubicBezTo>
                    <a:pt x="7381539" y="891720"/>
                    <a:pt x="7397326" y="899904"/>
                    <a:pt x="7412980" y="901348"/>
                  </a:cubicBezTo>
                  <a:cubicBezTo>
                    <a:pt x="7444287" y="904075"/>
                    <a:pt x="7476599" y="903459"/>
                    <a:pt x="7508285" y="901932"/>
                  </a:cubicBezTo>
                  <a:cubicBezTo>
                    <a:pt x="7520142" y="901360"/>
                    <a:pt x="7532504" y="895115"/>
                    <a:pt x="7543367" y="890040"/>
                  </a:cubicBezTo>
                  <a:cubicBezTo>
                    <a:pt x="7563943" y="880416"/>
                    <a:pt x="7582823" y="867892"/>
                    <a:pt x="7604247" y="859640"/>
                  </a:cubicBezTo>
                  <a:cubicBezTo>
                    <a:pt x="7629118" y="850124"/>
                    <a:pt x="7643637" y="836083"/>
                    <a:pt x="7650214" y="814893"/>
                  </a:cubicBezTo>
                  <a:cubicBezTo>
                    <a:pt x="7659996" y="783349"/>
                    <a:pt x="7685780" y="760447"/>
                    <a:pt x="7716618" y="741384"/>
                  </a:cubicBezTo>
                  <a:cubicBezTo>
                    <a:pt x="7755776" y="717054"/>
                    <a:pt x="7803842" y="715836"/>
                    <a:pt x="7849257" y="708153"/>
                  </a:cubicBezTo>
                  <a:cubicBezTo>
                    <a:pt x="7866654" y="705274"/>
                    <a:pt x="7884648" y="702680"/>
                    <a:pt x="7900340" y="696745"/>
                  </a:cubicBezTo>
                  <a:cubicBezTo>
                    <a:pt x="7959856" y="674415"/>
                    <a:pt x="8019419" y="653027"/>
                    <a:pt x="8085922" y="650290"/>
                  </a:cubicBezTo>
                  <a:cubicBezTo>
                    <a:pt x="8091363" y="650028"/>
                    <a:pt x="8096784" y="649297"/>
                    <a:pt x="8102187" y="648251"/>
                  </a:cubicBezTo>
                  <a:cubicBezTo>
                    <a:pt x="8149113" y="639554"/>
                    <a:pt x="8197783" y="634697"/>
                    <a:pt x="8229960" y="598934"/>
                  </a:cubicBezTo>
                  <a:cubicBezTo>
                    <a:pt x="8235879" y="592372"/>
                    <a:pt x="8249977" y="589809"/>
                    <a:pt x="8260743" y="586776"/>
                  </a:cubicBezTo>
                  <a:cubicBezTo>
                    <a:pt x="8279402" y="581797"/>
                    <a:pt x="8291640" y="572890"/>
                    <a:pt x="8297724" y="557687"/>
                  </a:cubicBezTo>
                  <a:cubicBezTo>
                    <a:pt x="8307955" y="531456"/>
                    <a:pt x="8320347" y="505592"/>
                    <a:pt x="8329397" y="479103"/>
                  </a:cubicBezTo>
                  <a:cubicBezTo>
                    <a:pt x="8335728" y="460909"/>
                    <a:pt x="8348665" y="450397"/>
                    <a:pt x="8369109" y="442035"/>
                  </a:cubicBezTo>
                  <a:cubicBezTo>
                    <a:pt x="8380576" y="437403"/>
                    <a:pt x="8390254" y="427991"/>
                    <a:pt x="8398212" y="419288"/>
                  </a:cubicBezTo>
                  <a:cubicBezTo>
                    <a:pt x="8407837" y="408781"/>
                    <a:pt x="8412443" y="395219"/>
                    <a:pt x="8423091" y="385761"/>
                  </a:cubicBezTo>
                  <a:cubicBezTo>
                    <a:pt x="8449039" y="362224"/>
                    <a:pt x="8456213" y="337239"/>
                    <a:pt x="8445807" y="307296"/>
                  </a:cubicBezTo>
                  <a:cubicBezTo>
                    <a:pt x="8436540" y="280748"/>
                    <a:pt x="8455797" y="243723"/>
                    <a:pt x="8483136" y="236912"/>
                  </a:cubicBezTo>
                  <a:cubicBezTo>
                    <a:pt x="8513359" y="229334"/>
                    <a:pt x="8533628" y="213293"/>
                    <a:pt x="8554397" y="195498"/>
                  </a:cubicBezTo>
                  <a:cubicBezTo>
                    <a:pt x="8565995" y="185523"/>
                    <a:pt x="8582515" y="176566"/>
                    <a:pt x="8598729" y="173430"/>
                  </a:cubicBezTo>
                  <a:cubicBezTo>
                    <a:pt x="8660300" y="161360"/>
                    <a:pt x="8719345" y="169655"/>
                    <a:pt x="8779113" y="184822"/>
                  </a:cubicBezTo>
                  <a:cubicBezTo>
                    <a:pt x="8818165" y="194711"/>
                    <a:pt x="8861082" y="195780"/>
                    <a:pt x="8902517" y="198490"/>
                  </a:cubicBezTo>
                  <a:cubicBezTo>
                    <a:pt x="8915416" y="199280"/>
                    <a:pt x="8931592" y="195363"/>
                    <a:pt x="8942393" y="189035"/>
                  </a:cubicBezTo>
                  <a:cubicBezTo>
                    <a:pt x="8980304" y="167119"/>
                    <a:pt x="9017990" y="144586"/>
                    <a:pt x="9053027" y="119670"/>
                  </a:cubicBezTo>
                  <a:cubicBezTo>
                    <a:pt x="9085607" y="96286"/>
                    <a:pt x="9123074" y="85377"/>
                    <a:pt x="9164008" y="85758"/>
                  </a:cubicBezTo>
                  <a:cubicBezTo>
                    <a:pt x="9193832" y="86047"/>
                    <a:pt x="9220467" y="80839"/>
                    <a:pt x="9248172" y="73540"/>
                  </a:cubicBezTo>
                  <a:cubicBezTo>
                    <a:pt x="9271257" y="67405"/>
                    <a:pt x="9296748" y="62723"/>
                    <a:pt x="9320568" y="63772"/>
                  </a:cubicBezTo>
                  <a:cubicBezTo>
                    <a:pt x="9353959" y="65301"/>
                    <a:pt x="9381150" y="59440"/>
                    <a:pt x="9407003" y="42029"/>
                  </a:cubicBezTo>
                  <a:cubicBezTo>
                    <a:pt x="9420777" y="32732"/>
                    <a:pt x="9438831" y="27312"/>
                    <a:pt x="9455456" y="20546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E09229A-D6F8-C9BE-2386-9FABE1E47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559" y="-1061671"/>
            <a:ext cx="10668000" cy="2318431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8000"/>
              <a:t>Representation</a:t>
            </a:r>
          </a:p>
        </p:txBody>
      </p:sp>
      <p:pic>
        <p:nvPicPr>
          <p:cNvPr id="12" name="Picture 11" descr="A diagram of a computer&#10;&#10;AI-generated content may be incorrect.">
            <a:extLst>
              <a:ext uri="{FF2B5EF4-FFF2-40B4-BE49-F238E27FC236}">
                <a16:creationId xmlns:a16="http://schemas.microsoft.com/office/drawing/2014/main" id="{16404F25-6F50-3D38-C89E-48E005EEA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68582"/>
            <a:ext cx="12192000" cy="40828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CADF30-A8AC-61D6-1836-EDAD495D903D}"/>
              </a:ext>
            </a:extLst>
          </p:cNvPr>
          <p:cNvSpPr txBox="1"/>
          <p:nvPr/>
        </p:nvSpPr>
        <p:spPr>
          <a:xfrm>
            <a:off x="283081" y="5698372"/>
            <a:ext cx="10860018" cy="8540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133BCC-4FA7-2567-C3D4-E1F31B9001C4}"/>
              </a:ext>
            </a:extLst>
          </p:cNvPr>
          <p:cNvSpPr txBox="1"/>
          <p:nvPr/>
        </p:nvSpPr>
        <p:spPr>
          <a:xfrm>
            <a:off x="281835" y="5694123"/>
            <a:ext cx="967635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/>
            <a:r>
              <a:rPr lang="en-US" dirty="0">
                <a:latin typeface="Calibri"/>
                <a:ea typeface="Calibri"/>
                <a:cs typeface="Calibri"/>
              </a:rPr>
              <a:t>Image </a:t>
            </a:r>
            <a:r>
              <a:rPr lang="en-US">
                <a:latin typeface="Calibri"/>
                <a:ea typeface="Calibri"/>
                <a:cs typeface="Calibri"/>
              </a:rPr>
              <a:t>source: </a:t>
            </a:r>
            <a:endParaRPr lang="en-US"/>
          </a:p>
          <a:p>
            <a:pPr marL="457200" indent="-457200"/>
            <a:r>
              <a:rPr lang="en-US">
                <a:latin typeface="Calibri"/>
                <a:ea typeface="Calibri"/>
                <a:cs typeface="Calibri"/>
              </a:rPr>
              <a:t>AWS. (2024). </a:t>
            </a:r>
            <a:r>
              <a:rPr lang="en-US" i="1" dirty="0">
                <a:latin typeface="Calibri"/>
                <a:ea typeface="Calibri"/>
                <a:cs typeface="Calibri"/>
              </a:rPr>
              <a:t>What is Unit Testing? - Unit Testing Explained - AWS</a:t>
            </a:r>
            <a:r>
              <a:rPr lang="en-US" dirty="0">
                <a:latin typeface="Calibri"/>
                <a:ea typeface="Calibri"/>
                <a:cs typeface="Calibri"/>
              </a:rPr>
              <a:t>. Amazon Web Services, Inc. https://aws.amazon.com/what-is/unit-testing/</a:t>
            </a:r>
            <a:endParaRPr lang="en-US"/>
          </a:p>
          <a:p>
            <a:r>
              <a:rPr lang="en-US">
                <a:latin typeface="Calibri"/>
                <a:ea typeface="Calibri"/>
                <a:cs typeface="Calibri"/>
              </a:rPr>
              <a:t>‌</a:t>
            </a:r>
          </a:p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863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DFB54-8C4D-18E2-87AA-26AF6A5B4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Three Main </a:t>
            </a:r>
            <a:r>
              <a:rPr lang="en-GB"/>
              <a:t>Components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9D96-3188-7752-83F0-5EB98D5E2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0883" y="2969558"/>
            <a:ext cx="2521325" cy="301438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200000"/>
              </a:lnSpc>
            </a:pPr>
            <a:r>
              <a:rPr lang="en-GB" sz="2400"/>
              <a:t>JUnit Platform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GB" sz="1600" dirty="0"/>
              <a:t>Base layer for launching tests on the JVM and allows any test engine (JUnit, </a:t>
            </a:r>
            <a:r>
              <a:rPr lang="en-GB" sz="1600" dirty="0" err="1"/>
              <a:t>KotlinTest</a:t>
            </a:r>
            <a:r>
              <a:rPr lang="en-GB" sz="1600" dirty="0"/>
              <a:t>, Spock, etc) to run on the same platform</a:t>
            </a:r>
          </a:p>
        </p:txBody>
      </p:sp>
      <p:pic>
        <p:nvPicPr>
          <p:cNvPr id="6" name="Graphic 5" descr="Books with solid fill">
            <a:extLst>
              <a:ext uri="{FF2B5EF4-FFF2-40B4-BE49-F238E27FC236}">
                <a16:creationId xmlns:a16="http://schemas.microsoft.com/office/drawing/2014/main" id="{8EA598D2-8C4A-1424-BBB2-46B0AAB2AD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1329" y="2971800"/>
            <a:ext cx="914400" cy="9144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746EE87-67C0-2AAC-182E-A8F97325C628}"/>
              </a:ext>
            </a:extLst>
          </p:cNvPr>
          <p:cNvSpPr txBox="1">
            <a:spLocks/>
          </p:cNvSpPr>
          <p:nvPr/>
        </p:nvSpPr>
        <p:spPr>
          <a:xfrm>
            <a:off x="5127812" y="2965076"/>
            <a:ext cx="3148854" cy="36531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GB" sz="2400" dirty="0"/>
              <a:t>JUnit </a:t>
            </a:r>
            <a:r>
              <a:rPr lang="en-GB" sz="2400" dirty="0" err="1"/>
              <a:t>Jupi</a:t>
            </a:r>
            <a:r>
              <a:rPr lang="en-GB" sz="2400" dirty="0"/>
              <a:t>ter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GB" sz="1600" dirty="0"/>
              <a:t>New programming model + Annotations with clean, modern APIs and improved </a:t>
            </a:r>
            <a:r>
              <a:rPr lang="en-GB" sz="1600"/>
              <a:t>lifecycle methods</a:t>
            </a:r>
            <a:endParaRPr lang="en-GB" sz="16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4979A11-E664-1C78-73FB-5263D7C56963}"/>
              </a:ext>
            </a:extLst>
          </p:cNvPr>
          <p:cNvSpPr txBox="1">
            <a:spLocks/>
          </p:cNvSpPr>
          <p:nvPr/>
        </p:nvSpPr>
        <p:spPr>
          <a:xfrm>
            <a:off x="8814547" y="2965075"/>
            <a:ext cx="3025589" cy="36419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GB" sz="2400"/>
              <a:t>JUnit Vintage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GB" sz="1600" dirty="0"/>
              <a:t>Backward </a:t>
            </a:r>
            <a:r>
              <a:rPr lang="en-GB" sz="1600"/>
              <a:t>compatibility</a:t>
            </a:r>
            <a:r>
              <a:rPr lang="en-GB" sz="1600" dirty="0"/>
              <a:t> which lets you run JUnit 3 &amp; 4 tests without rewriting</a:t>
            </a:r>
          </a:p>
        </p:txBody>
      </p:sp>
      <p:pic>
        <p:nvPicPr>
          <p:cNvPr id="12" name="Graphic 11" descr="Atom with solid fill">
            <a:extLst>
              <a:ext uri="{FF2B5EF4-FFF2-40B4-BE49-F238E27FC236}">
                <a16:creationId xmlns:a16="http://schemas.microsoft.com/office/drawing/2014/main" id="{CA703CFF-485A-A054-F8B2-9E23647268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4447" y="2971800"/>
            <a:ext cx="914400" cy="914400"/>
          </a:xfrm>
          <a:prstGeom prst="rect">
            <a:avLst/>
          </a:prstGeom>
        </p:spPr>
      </p:pic>
      <p:pic>
        <p:nvPicPr>
          <p:cNvPr id="13" name="Graphic 12" descr="Chevron arrows with solid fill">
            <a:extLst>
              <a:ext uri="{FF2B5EF4-FFF2-40B4-BE49-F238E27FC236}">
                <a16:creationId xmlns:a16="http://schemas.microsoft.com/office/drawing/2014/main" id="{D6654CF5-AA0C-EB8F-9259-C67DACBADF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1182" y="29718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24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15D1F-5039-F081-CB8E-E2DA426DA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973" y="448849"/>
            <a:ext cx="9144000" cy="1263649"/>
          </a:xfrm>
        </p:spPr>
        <p:txBody>
          <a:bodyPr/>
          <a:lstStyle/>
          <a:p>
            <a:r>
              <a:rPr lang="en-GB" dirty="0"/>
              <a:t>How do You </a:t>
            </a:r>
            <a:r>
              <a:rPr lang="en-GB"/>
              <a:t>Set up a Test 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1CD86-5461-7349-E90F-99485DF88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972" y="1576191"/>
            <a:ext cx="6283891" cy="504172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GB">
                <a:ea typeface="+mn-lt"/>
                <a:cs typeface="+mn-lt"/>
              </a:rPr>
              <a:t>Install a </a:t>
            </a:r>
            <a:r>
              <a:rPr lang="en-GB">
                <a:solidFill>
                  <a:srgbClr val="FF0000"/>
                </a:solidFill>
                <a:ea typeface="+mn-lt"/>
                <a:cs typeface="+mn-lt"/>
              </a:rPr>
              <a:t>JDK</a:t>
            </a:r>
            <a:r>
              <a:rPr lang="en-GB">
                <a:ea typeface="+mn-lt"/>
                <a:cs typeface="+mn-lt"/>
              </a:rPr>
              <a:t> and </a:t>
            </a:r>
            <a:r>
              <a:rPr lang="en-GB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Maven</a:t>
            </a:r>
            <a:endParaRPr lang="en-GB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GB" dirty="0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</a:rPr>
              <a:t>Run Maven from the project </a:t>
            </a:r>
            <a:r>
              <a:rPr lang="en-GB">
                <a:solidFill>
                  <a:schemeClr val="accent4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root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>
                <a:ea typeface="+mn-lt"/>
                <a:cs typeface="+mn-lt"/>
              </a:rPr>
              <a:t>folder</a:t>
            </a:r>
            <a:endParaRPr lang="en-GB"/>
          </a:p>
          <a:p>
            <a:endParaRPr lang="en-GB" dirty="0">
              <a:ea typeface="+mn-lt"/>
              <a:cs typeface="+mn-lt"/>
            </a:endParaRPr>
          </a:p>
          <a:p>
            <a:r>
              <a:rPr lang="en-GB">
                <a:ea typeface="+mn-lt"/>
                <a:cs typeface="+mn-lt"/>
              </a:rPr>
              <a:t>Configure </a:t>
            </a:r>
            <a:r>
              <a:rPr lang="en-GB">
                <a:solidFill>
                  <a:schemeClr val="accent5">
                    <a:lumMod val="76000"/>
                  </a:schemeClr>
                </a:solidFill>
                <a:ea typeface="+mn-lt"/>
                <a:cs typeface="+mn-lt"/>
              </a:rPr>
              <a:t>pom.xml</a:t>
            </a:r>
            <a:r>
              <a:rPr lang="en-GB" dirty="0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 </a:t>
            </a:r>
            <a:r>
              <a:rPr lang="en-GB">
                <a:ea typeface="+mn-lt"/>
                <a:cs typeface="+mn-lt"/>
              </a:rPr>
              <a:t>with JUnit Jupiter and the </a:t>
            </a:r>
            <a:r>
              <a:rPr lang="en-GB">
                <a:solidFill>
                  <a:srgbClr val="FF0000"/>
                </a:solidFill>
                <a:ea typeface="+mn-lt"/>
                <a:cs typeface="+mn-lt"/>
              </a:rPr>
              <a:t>Surefire plugin</a:t>
            </a:r>
            <a:r>
              <a:rPr lang="en-GB">
                <a:ea typeface="+mn-lt"/>
                <a:cs typeface="+mn-lt"/>
              </a:rPr>
              <a:t> so Maven can discover and run tests</a:t>
            </a:r>
            <a:endParaRPr lang="en-GB"/>
          </a:p>
          <a:p>
            <a:endParaRPr lang="en-GB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Put test files under </a:t>
            </a:r>
            <a:r>
              <a:rPr lang="en-GB" dirty="0" err="1">
                <a:solidFill>
                  <a:srgbClr val="00B0F0"/>
                </a:solidFill>
                <a:ea typeface="+mn-lt"/>
                <a:cs typeface="+mn-lt"/>
              </a:rPr>
              <a:t>src</a:t>
            </a:r>
            <a:r>
              <a:rPr lang="en-GB" dirty="0">
                <a:solidFill>
                  <a:srgbClr val="00B0F0"/>
                </a:solidFill>
                <a:ea typeface="+mn-lt"/>
                <a:cs typeface="+mn-lt"/>
              </a:rPr>
              <a:t>/test/java/... </a:t>
            </a:r>
            <a:r>
              <a:rPr lang="en-GB" dirty="0">
                <a:ea typeface="+mn-lt"/>
                <a:cs typeface="+mn-lt"/>
              </a:rPr>
              <a:t>with a package that matches your main code</a:t>
            </a:r>
            <a:endParaRPr lang="en-GB" dirty="0"/>
          </a:p>
        </p:txBody>
      </p:sp>
      <p:pic>
        <p:nvPicPr>
          <p:cNvPr id="4" name="Graphic 3" descr="Confused person with solid fill">
            <a:extLst>
              <a:ext uri="{FF2B5EF4-FFF2-40B4-BE49-F238E27FC236}">
                <a16:creationId xmlns:a16="http://schemas.microsoft.com/office/drawing/2014/main" id="{EE7EA9AE-18CC-1AA4-6386-2543BBC003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22307" y="957197"/>
            <a:ext cx="5162810" cy="5141934"/>
          </a:xfrm>
          <a:prstGeom prst="rect">
            <a:avLst/>
          </a:prstGeom>
        </p:spPr>
      </p:pic>
      <p:pic>
        <p:nvPicPr>
          <p:cNvPr id="8" name="Graphic 7" descr="Help with solid fill">
            <a:extLst>
              <a:ext uri="{FF2B5EF4-FFF2-40B4-BE49-F238E27FC236}">
                <a16:creationId xmlns:a16="http://schemas.microsoft.com/office/drawing/2014/main" id="{C6D993CE-F935-11AF-53E3-EC83EA4D3D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6964" y="1040704"/>
            <a:ext cx="1363249" cy="1352810"/>
          </a:xfrm>
          <a:prstGeom prst="rect">
            <a:avLst/>
          </a:prstGeom>
        </p:spPr>
      </p:pic>
      <p:pic>
        <p:nvPicPr>
          <p:cNvPr id="9" name="Graphic 8" descr="Question Mark with solid fill">
            <a:extLst>
              <a:ext uri="{FF2B5EF4-FFF2-40B4-BE49-F238E27FC236}">
                <a16:creationId xmlns:a16="http://schemas.microsoft.com/office/drawing/2014/main" id="{FE225233-264F-A02B-7842-52318E35E4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74060" y="4673251"/>
            <a:ext cx="914400" cy="914400"/>
          </a:xfrm>
          <a:prstGeom prst="rect">
            <a:avLst/>
          </a:prstGeom>
        </p:spPr>
      </p:pic>
      <p:pic>
        <p:nvPicPr>
          <p:cNvPr id="10" name="Graphic 9" descr="Help with solid fill">
            <a:extLst>
              <a:ext uri="{FF2B5EF4-FFF2-40B4-BE49-F238E27FC236}">
                <a16:creationId xmlns:a16="http://schemas.microsoft.com/office/drawing/2014/main" id="{874F4144-DE4C-D38E-F627-28850DA132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8088" y="4454046"/>
            <a:ext cx="1363249" cy="1352810"/>
          </a:xfrm>
          <a:prstGeom prst="rect">
            <a:avLst/>
          </a:prstGeom>
        </p:spPr>
      </p:pic>
      <p:pic>
        <p:nvPicPr>
          <p:cNvPr id="11" name="Graphic 10" descr="Question Mark with solid fill">
            <a:extLst>
              <a:ext uri="{FF2B5EF4-FFF2-40B4-BE49-F238E27FC236}">
                <a16:creationId xmlns:a16="http://schemas.microsoft.com/office/drawing/2014/main" id="{45E24BDA-E344-CC01-3468-E20FA78A9D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0662" y="508347"/>
            <a:ext cx="914400" cy="914400"/>
          </a:xfrm>
          <a:prstGeom prst="rect">
            <a:avLst/>
          </a:prstGeom>
        </p:spPr>
      </p:pic>
      <p:pic>
        <p:nvPicPr>
          <p:cNvPr id="12" name="Graphic 11" descr="Questions with solid fill">
            <a:extLst>
              <a:ext uri="{FF2B5EF4-FFF2-40B4-BE49-F238E27FC236}">
                <a16:creationId xmlns:a16="http://schemas.microsoft.com/office/drawing/2014/main" id="{7F5FEAA8-AF9E-6B72-9728-010C2349F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7732" y="141648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327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78CDF-26C6-ED3A-DFAA-5266F4D94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147" y="740356"/>
            <a:ext cx="9144000" cy="1263649"/>
          </a:xfrm>
        </p:spPr>
        <p:txBody>
          <a:bodyPr>
            <a:normAutofit/>
          </a:bodyPr>
          <a:lstStyle/>
          <a:p>
            <a:r>
              <a:rPr lang="en-GB" sz="5400" dirty="0"/>
              <a:t>Let's get practical</a:t>
            </a:r>
          </a:p>
        </p:txBody>
      </p:sp>
      <p:pic>
        <p:nvPicPr>
          <p:cNvPr id="4" name="Content Placeholder 3" descr="Classroom with solid fill">
            <a:extLst>
              <a:ext uri="{FF2B5EF4-FFF2-40B4-BE49-F238E27FC236}">
                <a16:creationId xmlns:a16="http://schemas.microsoft.com/office/drawing/2014/main" id="{5E4275C3-B01C-5741-8364-FE068BC086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57" y="1531459"/>
            <a:ext cx="5452781" cy="53407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63CA4A-17AD-C336-5B9E-2FD7C24042F9}"/>
              </a:ext>
            </a:extLst>
          </p:cNvPr>
          <p:cNvSpPr txBox="1"/>
          <p:nvPr/>
        </p:nvSpPr>
        <p:spPr>
          <a:xfrm>
            <a:off x="5614366" y="2240146"/>
            <a:ext cx="6073859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/>
              <a:t>Live demo:</a:t>
            </a:r>
            <a:endParaRPr lang="en-GB" sz="3200" dirty="0"/>
          </a:p>
          <a:p>
            <a:endParaRPr lang="en-GB" sz="3200" dirty="0"/>
          </a:p>
          <a:p>
            <a:pPr marL="285750" indent="-285750">
              <a:buFont typeface="Arial"/>
              <a:buChar char="•"/>
            </a:pPr>
            <a:r>
              <a:rPr lang="en-GB" sz="3200"/>
              <a:t>Use a piece of code</a:t>
            </a:r>
            <a:endParaRPr lang="en-GB" sz="3200" dirty="0"/>
          </a:p>
          <a:p>
            <a:pPr marL="285750" indent="-285750">
              <a:buFont typeface="Arial"/>
              <a:buChar char="•"/>
            </a:pPr>
            <a:r>
              <a:rPr lang="en-GB" sz="3200"/>
              <a:t>Grab a function or method</a:t>
            </a:r>
            <a:endParaRPr lang="en-GB" sz="3200" dirty="0"/>
          </a:p>
          <a:p>
            <a:pPr marL="285750" indent="-285750">
              <a:buFont typeface="Arial"/>
              <a:buChar char="•"/>
            </a:pPr>
            <a:r>
              <a:rPr lang="en-GB" sz="3200"/>
              <a:t>Carry out a small test</a:t>
            </a:r>
            <a:endParaRPr lang="en-GB" sz="3200" dirty="0"/>
          </a:p>
          <a:p>
            <a:pPr marL="285750" indent="-285750">
              <a:buFont typeface="Arial"/>
              <a:buChar char="•"/>
            </a:pPr>
            <a:r>
              <a:rPr lang="en-GB" sz="3200"/>
              <a:t>Conclude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493276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0DB02BD-FF61-4042-BC21-4EFF543EC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70DB9A-DB68-4F74-E943-A0A03A48B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1736" y="257736"/>
            <a:ext cx="3047999" cy="3810000"/>
          </a:xfr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GB" sz="6000" dirty="0">
                <a:latin typeface="Verdana Pro Cond Semibold"/>
              </a:rPr>
              <a:t>S</a:t>
            </a:r>
            <a:br>
              <a:rPr lang="en-GB" sz="6000" dirty="0">
                <a:latin typeface="Verdana Pro Cond Semibold"/>
              </a:rPr>
            </a:br>
            <a:r>
              <a:rPr lang="en-GB" sz="6000" dirty="0">
                <a:latin typeface="Verdana Pro Cond Semibold"/>
              </a:rPr>
              <a:t>U</a:t>
            </a:r>
            <a:br>
              <a:rPr lang="en-GB" sz="6000" dirty="0">
                <a:latin typeface="Verdana Pro Cond Semibold"/>
              </a:rPr>
            </a:br>
            <a:r>
              <a:rPr lang="en-GB" sz="6000" dirty="0">
                <a:latin typeface="Verdana Pro Cond Semibold"/>
              </a:rPr>
              <a:t>M</a:t>
            </a:r>
            <a:br>
              <a:rPr lang="en-GB" sz="6000" dirty="0">
                <a:latin typeface="Verdana Pro Cond Semibold"/>
              </a:rPr>
            </a:br>
            <a:r>
              <a:rPr lang="en-GB" sz="6000" dirty="0" err="1">
                <a:latin typeface="Verdana Pro Cond Semibold"/>
              </a:rPr>
              <a:t>M</a:t>
            </a:r>
            <a:br>
              <a:rPr lang="en-GB" sz="6000" dirty="0">
                <a:latin typeface="Verdana Pro Cond Semibold"/>
              </a:rPr>
            </a:br>
            <a:r>
              <a:rPr lang="en-GB" sz="6000" dirty="0">
                <a:latin typeface="Verdana Pro Cond Semibold"/>
              </a:rPr>
              <a:t>A</a:t>
            </a:r>
            <a:br>
              <a:rPr lang="en-GB" sz="6000" dirty="0">
                <a:latin typeface="Verdana Pro Cond Semibold"/>
              </a:rPr>
            </a:br>
            <a:r>
              <a:rPr lang="en-GB" sz="6000" dirty="0">
                <a:latin typeface="Verdana Pro Cond Semibold"/>
              </a:rPr>
              <a:t>R</a:t>
            </a:r>
            <a:br>
              <a:rPr lang="en-GB" sz="6000" dirty="0">
                <a:latin typeface="Verdana Pro Cond Semibold"/>
              </a:rPr>
            </a:br>
            <a:r>
              <a:rPr lang="en-GB" sz="6000" dirty="0">
                <a:latin typeface="Verdana Pro Cond Semibold"/>
              </a:rPr>
              <a:t>Y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11A85E-38EA-465A-84F9-6230CF743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8285" y="0"/>
            <a:ext cx="874715" cy="6858001"/>
          </a:xfrm>
          <a:custGeom>
            <a:avLst/>
            <a:gdLst>
              <a:gd name="connsiteX0" fmla="*/ 669467 w 874715"/>
              <a:gd name="connsiteY0" fmla="*/ 3720275 h 6858001"/>
              <a:gd name="connsiteX1" fmla="*/ 710453 w 874715"/>
              <a:gd name="connsiteY1" fmla="*/ 3726292 h 6858001"/>
              <a:gd name="connsiteX2" fmla="*/ 710455 w 874715"/>
              <a:gd name="connsiteY2" fmla="*/ 3726292 h 6858001"/>
              <a:gd name="connsiteX3" fmla="*/ 669465 w 874715"/>
              <a:gd name="connsiteY3" fmla="*/ 3720275 h 6858001"/>
              <a:gd name="connsiteX4" fmla="*/ 834223 w 874715"/>
              <a:gd name="connsiteY4" fmla="*/ 3333751 h 6858001"/>
              <a:gd name="connsiteX5" fmla="*/ 446757 w 874715"/>
              <a:gd name="connsiteY5" fmla="*/ 3333751 h 6858001"/>
              <a:gd name="connsiteX6" fmla="*/ 441229 w 874715"/>
              <a:gd name="connsiteY6" fmla="*/ 3376550 h 6858001"/>
              <a:gd name="connsiteX7" fmla="*/ 437178 w 874715"/>
              <a:gd name="connsiteY7" fmla="*/ 3407910 h 6858001"/>
              <a:gd name="connsiteX8" fmla="*/ 435790 w 874715"/>
              <a:gd name="connsiteY8" fmla="*/ 3491262 h 6858001"/>
              <a:gd name="connsiteX9" fmla="*/ 429384 w 874715"/>
              <a:gd name="connsiteY9" fmla="*/ 3520658 h 6858001"/>
              <a:gd name="connsiteX10" fmla="*/ 427332 w 874715"/>
              <a:gd name="connsiteY10" fmla="*/ 3524252 h 6858001"/>
              <a:gd name="connsiteX11" fmla="*/ 427331 w 874715"/>
              <a:gd name="connsiteY11" fmla="*/ 3524252 h 6858001"/>
              <a:gd name="connsiteX12" fmla="*/ 413690 w 874715"/>
              <a:gd name="connsiteY12" fmla="*/ 3548145 h 6858001"/>
              <a:gd name="connsiteX13" fmla="*/ 408166 w 874715"/>
              <a:gd name="connsiteY13" fmla="*/ 3612089 h 6858001"/>
              <a:gd name="connsiteX14" fmla="*/ 421692 w 874715"/>
              <a:gd name="connsiteY14" fmla="*/ 3636610 h 6858001"/>
              <a:gd name="connsiteX15" fmla="*/ 445933 w 874715"/>
              <a:gd name="connsiteY15" fmla="*/ 3687609 h 6858001"/>
              <a:gd name="connsiteX16" fmla="*/ 443241 w 874715"/>
              <a:gd name="connsiteY16" fmla="*/ 3725049 h 6858001"/>
              <a:gd name="connsiteX17" fmla="*/ 455589 w 874715"/>
              <a:gd name="connsiteY17" fmla="*/ 3723372 h 6858001"/>
              <a:gd name="connsiteX18" fmla="*/ 544787 w 874715"/>
              <a:gd name="connsiteY18" fmla="*/ 3712739 h 6858001"/>
              <a:gd name="connsiteX19" fmla="*/ 544802 w 874715"/>
              <a:gd name="connsiteY19" fmla="*/ 3712740 h 6858001"/>
              <a:gd name="connsiteX20" fmla="*/ 544786 w 874715"/>
              <a:gd name="connsiteY20" fmla="*/ 3712740 h 6858001"/>
              <a:gd name="connsiteX21" fmla="*/ 455588 w 874715"/>
              <a:gd name="connsiteY21" fmla="*/ 3723373 h 6858001"/>
              <a:gd name="connsiteX22" fmla="*/ 443240 w 874715"/>
              <a:gd name="connsiteY22" fmla="*/ 3725050 h 6858001"/>
              <a:gd name="connsiteX23" fmla="*/ 441884 w 874715"/>
              <a:gd name="connsiteY23" fmla="*/ 3743904 h 6858001"/>
              <a:gd name="connsiteX24" fmla="*/ 442266 w 874715"/>
              <a:gd name="connsiteY24" fmla="*/ 3764306 h 6858001"/>
              <a:gd name="connsiteX25" fmla="*/ 433692 w 874715"/>
              <a:gd name="connsiteY25" fmla="*/ 3834135 h 6858001"/>
              <a:gd name="connsiteX26" fmla="*/ 428740 w 874715"/>
              <a:gd name="connsiteY26" fmla="*/ 3898864 h 6858001"/>
              <a:gd name="connsiteX27" fmla="*/ 444932 w 874715"/>
              <a:gd name="connsiteY27" fmla="*/ 4062061 h 6858001"/>
              <a:gd name="connsiteX28" fmla="*/ 441122 w 874715"/>
              <a:gd name="connsiteY28" fmla="*/ 4187207 h 6858001"/>
              <a:gd name="connsiteX29" fmla="*/ 444932 w 874715"/>
              <a:gd name="connsiteY29" fmla="*/ 4244874 h 6858001"/>
              <a:gd name="connsiteX30" fmla="*/ 450648 w 874715"/>
              <a:gd name="connsiteY30" fmla="*/ 4277434 h 6858001"/>
              <a:gd name="connsiteX31" fmla="*/ 490464 w 874715"/>
              <a:gd name="connsiteY31" fmla="*/ 4351188 h 6858001"/>
              <a:gd name="connsiteX32" fmla="*/ 499418 w 874715"/>
              <a:gd name="connsiteY32" fmla="*/ 4391596 h 6858001"/>
              <a:gd name="connsiteX33" fmla="*/ 498656 w 874715"/>
              <a:gd name="connsiteY33" fmla="*/ 4513209 h 6858001"/>
              <a:gd name="connsiteX34" fmla="*/ 438646 w 874715"/>
              <a:gd name="connsiteY34" fmla="*/ 4695629 h 6858001"/>
              <a:gd name="connsiteX35" fmla="*/ 430644 w 874715"/>
              <a:gd name="connsiteY35" fmla="*/ 4714658 h 6858001"/>
              <a:gd name="connsiteX36" fmla="*/ 420737 w 874715"/>
              <a:gd name="connsiteY36" fmla="*/ 4807436 h 6858001"/>
              <a:gd name="connsiteX37" fmla="*/ 434264 w 874715"/>
              <a:gd name="connsiteY37" fmla="*/ 4870400 h 6858001"/>
              <a:gd name="connsiteX38" fmla="*/ 462269 w 874715"/>
              <a:gd name="connsiteY38" fmla="*/ 4956119 h 6858001"/>
              <a:gd name="connsiteX39" fmla="*/ 485701 w 874715"/>
              <a:gd name="connsiteY39" fmla="*/ 5033207 h 6858001"/>
              <a:gd name="connsiteX40" fmla="*/ 512180 w 874715"/>
              <a:gd name="connsiteY40" fmla="*/ 5089305 h 6858001"/>
              <a:gd name="connsiteX41" fmla="*/ 531613 w 874715"/>
              <a:gd name="connsiteY41" fmla="*/ 5217589 h 6858001"/>
              <a:gd name="connsiteX42" fmla="*/ 534851 w 874715"/>
              <a:gd name="connsiteY42" fmla="*/ 5230926 h 6858001"/>
              <a:gd name="connsiteX43" fmla="*/ 511228 w 874715"/>
              <a:gd name="connsiteY43" fmla="*/ 5327433 h 6858001"/>
              <a:gd name="connsiteX44" fmla="*/ 487225 w 874715"/>
              <a:gd name="connsiteY44" fmla="*/ 5443357 h 6858001"/>
              <a:gd name="connsiteX45" fmla="*/ 495416 w 874715"/>
              <a:gd name="connsiteY45" fmla="*/ 5484746 h 6858001"/>
              <a:gd name="connsiteX46" fmla="*/ 507038 w 874715"/>
              <a:gd name="connsiteY46" fmla="*/ 5541432 h 6858001"/>
              <a:gd name="connsiteX47" fmla="*/ 500942 w 874715"/>
              <a:gd name="connsiteY47" fmla="*/ 5594001 h 6858001"/>
              <a:gd name="connsiteX48" fmla="*/ 500370 w 874715"/>
              <a:gd name="connsiteY48" fmla="*/ 5625974 h 6858001"/>
              <a:gd name="connsiteX49" fmla="*/ 571618 w 874715"/>
              <a:gd name="connsiteY49" fmla="*/ 5771911 h 6858001"/>
              <a:gd name="connsiteX50" fmla="*/ 577524 w 874715"/>
              <a:gd name="connsiteY50" fmla="*/ 5808982 h 6858001"/>
              <a:gd name="connsiteX51" fmla="*/ 586289 w 874715"/>
              <a:gd name="connsiteY51" fmla="*/ 5829971 h 6858001"/>
              <a:gd name="connsiteX52" fmla="*/ 674684 w 874715"/>
              <a:gd name="connsiteY52" fmla="*/ 5956490 h 6858001"/>
              <a:gd name="connsiteX53" fmla="*/ 692590 w 874715"/>
              <a:gd name="connsiteY53" fmla="*/ 6010235 h 6858001"/>
              <a:gd name="connsiteX54" fmla="*/ 688970 w 874715"/>
              <a:gd name="connsiteY54" fmla="*/ 6069276 h 6858001"/>
              <a:gd name="connsiteX55" fmla="*/ 682494 w 874715"/>
              <a:gd name="connsiteY55" fmla="*/ 6103407 h 6858001"/>
              <a:gd name="connsiteX56" fmla="*/ 626294 w 874715"/>
              <a:gd name="connsiteY56" fmla="*/ 6188144 h 6858001"/>
              <a:gd name="connsiteX57" fmla="*/ 628200 w 874715"/>
              <a:gd name="connsiteY57" fmla="*/ 6236396 h 6858001"/>
              <a:gd name="connsiteX58" fmla="*/ 666871 w 874715"/>
              <a:gd name="connsiteY58" fmla="*/ 6311718 h 6858001"/>
              <a:gd name="connsiteX59" fmla="*/ 684208 w 874715"/>
              <a:gd name="connsiteY59" fmla="*/ 6448435 h 6858001"/>
              <a:gd name="connsiteX60" fmla="*/ 630104 w 874715"/>
              <a:gd name="connsiteY60" fmla="*/ 6517873 h 6858001"/>
              <a:gd name="connsiteX61" fmla="*/ 578096 w 874715"/>
              <a:gd name="connsiteY61" fmla="*/ 6553767 h 6858001"/>
              <a:gd name="connsiteX62" fmla="*/ 517706 w 874715"/>
              <a:gd name="connsiteY62" fmla="*/ 6657533 h 6858001"/>
              <a:gd name="connsiteX63" fmla="*/ 540185 w 874715"/>
              <a:gd name="connsiteY63" fmla="*/ 6682250 h 6858001"/>
              <a:gd name="connsiteX64" fmla="*/ 549712 w 874715"/>
              <a:gd name="connsiteY64" fmla="*/ 6758356 h 6858001"/>
              <a:gd name="connsiteX65" fmla="*/ 548950 w 874715"/>
              <a:gd name="connsiteY65" fmla="*/ 6840738 h 6858001"/>
              <a:gd name="connsiteX66" fmla="*/ 556149 w 874715"/>
              <a:gd name="connsiteY66" fmla="*/ 6858001 h 6858001"/>
              <a:gd name="connsiteX67" fmla="*/ 760427 w 874715"/>
              <a:gd name="connsiteY67" fmla="*/ 6858001 h 6858001"/>
              <a:gd name="connsiteX68" fmla="*/ 763269 w 874715"/>
              <a:gd name="connsiteY68" fmla="*/ 6846819 h 6858001"/>
              <a:gd name="connsiteX69" fmla="*/ 784795 w 874715"/>
              <a:gd name="connsiteY69" fmla="*/ 6678324 h 6858001"/>
              <a:gd name="connsiteX70" fmla="*/ 805560 w 874715"/>
              <a:gd name="connsiteY70" fmla="*/ 6504338 h 6858001"/>
              <a:gd name="connsiteX71" fmla="*/ 812418 w 874715"/>
              <a:gd name="connsiteY71" fmla="*/ 6408814 h 6858001"/>
              <a:gd name="connsiteX72" fmla="*/ 823279 w 874715"/>
              <a:gd name="connsiteY72" fmla="*/ 6325450 h 6858001"/>
              <a:gd name="connsiteX73" fmla="*/ 830137 w 874715"/>
              <a:gd name="connsiteY73" fmla="*/ 6252873 h 6858001"/>
              <a:gd name="connsiteX74" fmla="*/ 844043 w 874715"/>
              <a:gd name="connsiteY74" fmla="*/ 6137341 h 6858001"/>
              <a:gd name="connsiteX75" fmla="*/ 847663 w 874715"/>
              <a:gd name="connsiteY75" fmla="*/ 6089284 h 6858001"/>
              <a:gd name="connsiteX76" fmla="*/ 847471 w 874715"/>
              <a:gd name="connsiteY76" fmla="*/ 5975908 h 6858001"/>
              <a:gd name="connsiteX77" fmla="*/ 845567 w 874715"/>
              <a:gd name="connsiteY77" fmla="*/ 5936481 h 6858001"/>
              <a:gd name="connsiteX78" fmla="*/ 821945 w 874715"/>
              <a:gd name="connsiteY78" fmla="*/ 5860571 h 6858001"/>
              <a:gd name="connsiteX79" fmla="*/ 820231 w 874715"/>
              <a:gd name="connsiteY79" fmla="*/ 5851549 h 6858001"/>
              <a:gd name="connsiteX80" fmla="*/ 810894 w 874715"/>
              <a:gd name="connsiteY80" fmla="*/ 5801726 h 6858001"/>
              <a:gd name="connsiteX81" fmla="*/ 807846 w 874715"/>
              <a:gd name="connsiteY81" fmla="*/ 5774460 h 6858001"/>
              <a:gd name="connsiteX82" fmla="*/ 788415 w 874715"/>
              <a:gd name="connsiteY82" fmla="*/ 5670892 h 6858001"/>
              <a:gd name="connsiteX83" fmla="*/ 779271 w 874715"/>
              <a:gd name="connsiteY83" fmla="*/ 5611265 h 6858001"/>
              <a:gd name="connsiteX84" fmla="*/ 780605 w 874715"/>
              <a:gd name="connsiteY84" fmla="*/ 5563010 h 6858001"/>
              <a:gd name="connsiteX85" fmla="*/ 782319 w 874715"/>
              <a:gd name="connsiteY85" fmla="*/ 5478272 h 6858001"/>
              <a:gd name="connsiteX86" fmla="*/ 786701 w 874715"/>
              <a:gd name="connsiteY86" fmla="*/ 5451203 h 6858001"/>
              <a:gd name="connsiteX87" fmla="*/ 774127 w 874715"/>
              <a:gd name="connsiteY87" fmla="*/ 5328805 h 6858001"/>
              <a:gd name="connsiteX88" fmla="*/ 773175 w 874715"/>
              <a:gd name="connsiteY88" fmla="*/ 5258975 h 6858001"/>
              <a:gd name="connsiteX89" fmla="*/ 757552 w 874715"/>
              <a:gd name="connsiteY89" fmla="*/ 5180319 h 6858001"/>
              <a:gd name="connsiteX90" fmla="*/ 758314 w 874715"/>
              <a:gd name="connsiteY90" fmla="*/ 5157370 h 6858001"/>
              <a:gd name="connsiteX91" fmla="*/ 759649 w 874715"/>
              <a:gd name="connsiteY91" fmla="*/ 5131673 h 6858001"/>
              <a:gd name="connsiteX92" fmla="*/ 760793 w 874715"/>
              <a:gd name="connsiteY92" fmla="*/ 5052820 h 6858001"/>
              <a:gd name="connsiteX93" fmla="*/ 766507 w 874715"/>
              <a:gd name="connsiteY93" fmla="*/ 5004959 h 6858001"/>
              <a:gd name="connsiteX94" fmla="*/ 763079 w 874715"/>
              <a:gd name="connsiteY94" fmla="*/ 4913751 h 6858001"/>
              <a:gd name="connsiteX95" fmla="*/ 768031 w 874715"/>
              <a:gd name="connsiteY95" fmla="*/ 4880011 h 6858001"/>
              <a:gd name="connsiteX96" fmla="*/ 768603 w 874715"/>
              <a:gd name="connsiteY96" fmla="*/ 4794687 h 6858001"/>
              <a:gd name="connsiteX97" fmla="*/ 765745 w 874715"/>
              <a:gd name="connsiteY97" fmla="*/ 4718187 h 6858001"/>
              <a:gd name="connsiteX98" fmla="*/ 767269 w 874715"/>
              <a:gd name="connsiteY98" fmla="*/ 4644434 h 6858001"/>
              <a:gd name="connsiteX99" fmla="*/ 773555 w 874715"/>
              <a:gd name="connsiteY99" fmla="*/ 4591670 h 6858001"/>
              <a:gd name="connsiteX100" fmla="*/ 777365 w 874715"/>
              <a:gd name="connsiteY100" fmla="*/ 4534394 h 6858001"/>
              <a:gd name="connsiteX101" fmla="*/ 800036 w 874715"/>
              <a:gd name="connsiteY101" fmla="*/ 4376493 h 6858001"/>
              <a:gd name="connsiteX102" fmla="*/ 794512 w 874715"/>
              <a:gd name="connsiteY102" fmla="*/ 4347267 h 6858001"/>
              <a:gd name="connsiteX103" fmla="*/ 789368 w 874715"/>
              <a:gd name="connsiteY103" fmla="*/ 4181322 h 6858001"/>
              <a:gd name="connsiteX104" fmla="*/ 789750 w 874715"/>
              <a:gd name="connsiteY104" fmla="*/ 4145230 h 6858001"/>
              <a:gd name="connsiteX105" fmla="*/ 767269 w 874715"/>
              <a:gd name="connsiteY105" fmla="*/ 4048330 h 6858001"/>
              <a:gd name="connsiteX106" fmla="*/ 802894 w 874715"/>
              <a:gd name="connsiteY106" fmla="*/ 3898864 h 6858001"/>
              <a:gd name="connsiteX107" fmla="*/ 847471 w 874715"/>
              <a:gd name="connsiteY107" fmla="*/ 3759007 h 6858001"/>
              <a:gd name="connsiteX108" fmla="*/ 848163 w 874715"/>
              <a:gd name="connsiteY108" fmla="*/ 3756136 h 6858001"/>
              <a:gd name="connsiteX109" fmla="*/ 819543 w 874715"/>
              <a:gd name="connsiteY109" fmla="*/ 3748731 h 6858001"/>
              <a:gd name="connsiteX110" fmla="*/ 819313 w 874715"/>
              <a:gd name="connsiteY110" fmla="*/ 3748682 h 6858001"/>
              <a:gd name="connsiteX111" fmla="*/ 819544 w 874715"/>
              <a:gd name="connsiteY111" fmla="*/ 3748730 h 6858001"/>
              <a:gd name="connsiteX112" fmla="*/ 848164 w 874715"/>
              <a:gd name="connsiteY112" fmla="*/ 3756135 h 6858001"/>
              <a:gd name="connsiteX113" fmla="*/ 849545 w 874715"/>
              <a:gd name="connsiteY113" fmla="*/ 3750401 h 6858001"/>
              <a:gd name="connsiteX114" fmla="*/ 853189 w 874715"/>
              <a:gd name="connsiteY114" fmla="*/ 3741353 h 6858001"/>
              <a:gd name="connsiteX115" fmla="*/ 862905 w 874715"/>
              <a:gd name="connsiteY115" fmla="*/ 3691138 h 6858001"/>
              <a:gd name="connsiteX116" fmla="*/ 866333 w 874715"/>
              <a:gd name="connsiteY116" fmla="*/ 3628959 h 6858001"/>
              <a:gd name="connsiteX117" fmla="*/ 874715 w 874715"/>
              <a:gd name="connsiteY117" fmla="*/ 3550106 h 6858001"/>
              <a:gd name="connsiteX118" fmla="*/ 871487 w 874715"/>
              <a:gd name="connsiteY118" fmla="*/ 3524252 h 6858001"/>
              <a:gd name="connsiteX119" fmla="*/ 871488 w 874715"/>
              <a:gd name="connsiteY119" fmla="*/ 3524252 h 6858001"/>
              <a:gd name="connsiteX120" fmla="*/ 870763 w 874715"/>
              <a:gd name="connsiteY120" fmla="*/ 3518451 h 6858001"/>
              <a:gd name="connsiteX121" fmla="*/ 864238 w 874715"/>
              <a:gd name="connsiteY121" fmla="*/ 3486946 h 6858001"/>
              <a:gd name="connsiteX122" fmla="*/ 848618 w 874715"/>
              <a:gd name="connsiteY122" fmla="*/ 3398677 h 6858001"/>
              <a:gd name="connsiteX123" fmla="*/ 837595 w 874715"/>
              <a:gd name="connsiteY123" fmla="*/ 3365728 h 6858001"/>
              <a:gd name="connsiteX124" fmla="*/ 834829 w 874715"/>
              <a:gd name="connsiteY124" fmla="*/ 3357461 h 6858001"/>
              <a:gd name="connsiteX125" fmla="*/ 513783 w 874715"/>
              <a:gd name="connsiteY125" fmla="*/ 0 h 6858001"/>
              <a:gd name="connsiteX126" fmla="*/ 72334 w 874715"/>
              <a:gd name="connsiteY126" fmla="*/ 0 h 6858001"/>
              <a:gd name="connsiteX127" fmla="*/ 75447 w 874715"/>
              <a:gd name="connsiteY127" fmla="*/ 27991 h 6858001"/>
              <a:gd name="connsiteX128" fmla="*/ 88115 w 874715"/>
              <a:gd name="connsiteY128" fmla="*/ 134133 h 6858001"/>
              <a:gd name="connsiteX129" fmla="*/ 62778 w 874715"/>
              <a:gd name="connsiteY129" fmla="*/ 221224 h 6858001"/>
              <a:gd name="connsiteX130" fmla="*/ 62206 w 874715"/>
              <a:gd name="connsiteY130" fmla="*/ 247312 h 6858001"/>
              <a:gd name="connsiteX131" fmla="*/ 72113 w 874715"/>
              <a:gd name="connsiteY131" fmla="*/ 305764 h 6858001"/>
              <a:gd name="connsiteX132" fmla="*/ 65445 w 874715"/>
              <a:gd name="connsiteY132" fmla="*/ 426397 h 6858001"/>
              <a:gd name="connsiteX133" fmla="*/ 55348 w 874715"/>
              <a:gd name="connsiteY133" fmla="*/ 470924 h 6858001"/>
              <a:gd name="connsiteX134" fmla="*/ 48870 w 874715"/>
              <a:gd name="connsiteY134" fmla="*/ 495638 h 6858001"/>
              <a:gd name="connsiteX135" fmla="*/ 30963 w 874715"/>
              <a:gd name="connsiteY135" fmla="*/ 622548 h 6858001"/>
              <a:gd name="connsiteX136" fmla="*/ 11723 w 874715"/>
              <a:gd name="connsiteY136" fmla="*/ 679040 h 6858001"/>
              <a:gd name="connsiteX137" fmla="*/ 8865 w 874715"/>
              <a:gd name="connsiteY137" fmla="*/ 694341 h 6858001"/>
              <a:gd name="connsiteX138" fmla="*/ 16865 w 874715"/>
              <a:gd name="connsiteY138" fmla="*/ 778095 h 6858001"/>
              <a:gd name="connsiteX139" fmla="*/ 47918 w 874715"/>
              <a:gd name="connsiteY139" fmla="*/ 840866 h 6858001"/>
              <a:gd name="connsiteX140" fmla="*/ 58396 w 874715"/>
              <a:gd name="connsiteY140" fmla="*/ 853028 h 6858001"/>
              <a:gd name="connsiteX141" fmla="*/ 54776 w 874715"/>
              <a:gd name="connsiteY141" fmla="*/ 1027995 h 6858001"/>
              <a:gd name="connsiteX142" fmla="*/ 50394 w 874715"/>
              <a:gd name="connsiteY142" fmla="*/ 1054866 h 6858001"/>
              <a:gd name="connsiteX143" fmla="*/ 68683 w 874715"/>
              <a:gd name="connsiteY143" fmla="*/ 1184720 h 6858001"/>
              <a:gd name="connsiteX144" fmla="*/ 72303 w 874715"/>
              <a:gd name="connsiteY144" fmla="*/ 1222576 h 6858001"/>
              <a:gd name="connsiteX145" fmla="*/ 88687 w 874715"/>
              <a:gd name="connsiteY145" fmla="*/ 1358313 h 6858001"/>
              <a:gd name="connsiteX146" fmla="*/ 73447 w 874715"/>
              <a:gd name="connsiteY146" fmla="*/ 1377535 h 6858001"/>
              <a:gd name="connsiteX147" fmla="*/ 35153 w 874715"/>
              <a:gd name="connsiteY147" fmla="*/ 1432851 h 6858001"/>
              <a:gd name="connsiteX148" fmla="*/ 1244 w 874715"/>
              <a:gd name="connsiteY148" fmla="*/ 1541910 h 6858001"/>
              <a:gd name="connsiteX149" fmla="*/ 3149 w 874715"/>
              <a:gd name="connsiteY149" fmla="*/ 1571529 h 6858001"/>
              <a:gd name="connsiteX150" fmla="*/ 59730 w 874715"/>
              <a:gd name="connsiteY150" fmla="*/ 1646459 h 6858001"/>
              <a:gd name="connsiteX151" fmla="*/ 82399 w 874715"/>
              <a:gd name="connsiteY151" fmla="*/ 1682944 h 6858001"/>
              <a:gd name="connsiteX152" fmla="*/ 124120 w 874715"/>
              <a:gd name="connsiteY152" fmla="*/ 1786511 h 6858001"/>
              <a:gd name="connsiteX153" fmla="*/ 131741 w 874715"/>
              <a:gd name="connsiteY153" fmla="*/ 1795142 h 6858001"/>
              <a:gd name="connsiteX154" fmla="*/ 222232 w 874715"/>
              <a:gd name="connsiteY154" fmla="*/ 1871640 h 6858001"/>
              <a:gd name="connsiteX155" fmla="*/ 237662 w 874715"/>
              <a:gd name="connsiteY155" fmla="*/ 1888901 h 6858001"/>
              <a:gd name="connsiteX156" fmla="*/ 261667 w 874715"/>
              <a:gd name="connsiteY156" fmla="*/ 1909694 h 6858001"/>
              <a:gd name="connsiteX157" fmla="*/ 308150 w 874715"/>
              <a:gd name="connsiteY157" fmla="*/ 1974618 h 6858001"/>
              <a:gd name="connsiteX158" fmla="*/ 323009 w 874715"/>
              <a:gd name="connsiteY158" fmla="*/ 2055042 h 6858001"/>
              <a:gd name="connsiteX159" fmla="*/ 345680 w 874715"/>
              <a:gd name="connsiteY159" fmla="*/ 2152137 h 6858001"/>
              <a:gd name="connsiteX160" fmla="*/ 360920 w 874715"/>
              <a:gd name="connsiteY160" fmla="*/ 2192740 h 6858001"/>
              <a:gd name="connsiteX161" fmla="*/ 389877 w 874715"/>
              <a:gd name="connsiteY161" fmla="*/ 2301603 h 6858001"/>
              <a:gd name="connsiteX162" fmla="*/ 414262 w 874715"/>
              <a:gd name="connsiteY162" fmla="*/ 2379279 h 6858001"/>
              <a:gd name="connsiteX163" fmla="*/ 428551 w 874715"/>
              <a:gd name="connsiteY163" fmla="*/ 2491281 h 6858001"/>
              <a:gd name="connsiteX164" fmla="*/ 429121 w 874715"/>
              <a:gd name="connsiteY164" fmla="*/ 2545615 h 6858001"/>
              <a:gd name="connsiteX165" fmla="*/ 502275 w 874715"/>
              <a:gd name="connsiteY165" fmla="*/ 2645455 h 6858001"/>
              <a:gd name="connsiteX166" fmla="*/ 550665 w 874715"/>
              <a:gd name="connsiteY166" fmla="*/ 2725094 h 6858001"/>
              <a:gd name="connsiteX167" fmla="*/ 527232 w 874715"/>
              <a:gd name="connsiteY167" fmla="*/ 2808850 h 6858001"/>
              <a:gd name="connsiteX168" fmla="*/ 505133 w 874715"/>
              <a:gd name="connsiteY168" fmla="*/ 2831604 h 6858001"/>
              <a:gd name="connsiteX169" fmla="*/ 484178 w 874715"/>
              <a:gd name="connsiteY169" fmla="*/ 2968910 h 6858001"/>
              <a:gd name="connsiteX170" fmla="*/ 483416 w 874715"/>
              <a:gd name="connsiteY170" fmla="*/ 3165061 h 6858001"/>
              <a:gd name="connsiteX171" fmla="*/ 447744 w 874715"/>
              <a:gd name="connsiteY171" fmla="*/ 3326101 h 6858001"/>
              <a:gd name="connsiteX172" fmla="*/ 446756 w 874715"/>
              <a:gd name="connsiteY172" fmla="*/ 3333750 h 6858001"/>
              <a:gd name="connsiteX173" fmla="*/ 834222 w 874715"/>
              <a:gd name="connsiteY173" fmla="*/ 3333750 h 6858001"/>
              <a:gd name="connsiteX174" fmla="*/ 833756 w 874715"/>
              <a:gd name="connsiteY174" fmla="*/ 3315508 h 6858001"/>
              <a:gd name="connsiteX175" fmla="*/ 851283 w 874715"/>
              <a:gd name="connsiteY175" fmla="*/ 3289224 h 6858001"/>
              <a:gd name="connsiteX176" fmla="*/ 866523 w 874715"/>
              <a:gd name="connsiteY176" fmla="*/ 3248621 h 6858001"/>
              <a:gd name="connsiteX177" fmla="*/ 848234 w 874715"/>
              <a:gd name="connsiteY177" fmla="*/ 3203506 h 6858001"/>
              <a:gd name="connsiteX178" fmla="*/ 810325 w 874715"/>
              <a:gd name="connsiteY178" fmla="*/ 3097977 h 6858001"/>
              <a:gd name="connsiteX179" fmla="*/ 808609 w 874715"/>
              <a:gd name="connsiteY179" fmla="*/ 3031285 h 6858001"/>
              <a:gd name="connsiteX180" fmla="*/ 792417 w 874715"/>
              <a:gd name="connsiteY180" fmla="*/ 2886329 h 6858001"/>
              <a:gd name="connsiteX181" fmla="*/ 769366 w 874715"/>
              <a:gd name="connsiteY181" fmla="*/ 2791590 h 6858001"/>
              <a:gd name="connsiteX182" fmla="*/ 743267 w 874715"/>
              <a:gd name="connsiteY182" fmla="*/ 2723527 h 6858001"/>
              <a:gd name="connsiteX183" fmla="*/ 709166 w 874715"/>
              <a:gd name="connsiteY183" fmla="*/ 2626038 h 6858001"/>
              <a:gd name="connsiteX184" fmla="*/ 691449 w 874715"/>
              <a:gd name="connsiteY184" fmla="*/ 2528158 h 6858001"/>
              <a:gd name="connsiteX185" fmla="*/ 669159 w 874715"/>
              <a:gd name="connsiteY185" fmla="*/ 2457348 h 6858001"/>
              <a:gd name="connsiteX186" fmla="*/ 653918 w 874715"/>
              <a:gd name="connsiteY186" fmla="*/ 2370844 h 6858001"/>
              <a:gd name="connsiteX187" fmla="*/ 653348 w 874715"/>
              <a:gd name="connsiteY187" fmla="*/ 2298269 h 6858001"/>
              <a:gd name="connsiteX188" fmla="*/ 656014 w 874715"/>
              <a:gd name="connsiteY188" fmla="*/ 2184501 h 6858001"/>
              <a:gd name="connsiteX189" fmla="*/ 609913 w 874715"/>
              <a:gd name="connsiteY189" fmla="*/ 2045235 h 6858001"/>
              <a:gd name="connsiteX190" fmla="*/ 599624 w 874715"/>
              <a:gd name="connsiteY190" fmla="*/ 1988939 h 6858001"/>
              <a:gd name="connsiteX191" fmla="*/ 594862 w 874715"/>
              <a:gd name="connsiteY191" fmla="*/ 1935977 h 6858001"/>
              <a:gd name="connsiteX192" fmla="*/ 564191 w 874715"/>
              <a:gd name="connsiteY192" fmla="*/ 1823583 h 6858001"/>
              <a:gd name="connsiteX193" fmla="*/ 554093 w 874715"/>
              <a:gd name="connsiteY193" fmla="*/ 1777881 h 6858001"/>
              <a:gd name="connsiteX194" fmla="*/ 554285 w 874715"/>
              <a:gd name="connsiteY194" fmla="*/ 1713934 h 6858001"/>
              <a:gd name="connsiteX195" fmla="*/ 540186 w 874715"/>
              <a:gd name="connsiteY195" fmla="*/ 1597617 h 6858001"/>
              <a:gd name="connsiteX196" fmla="*/ 499037 w 874715"/>
              <a:gd name="connsiteY196" fmla="*/ 1481495 h 6858001"/>
              <a:gd name="connsiteX197" fmla="*/ 503037 w 874715"/>
              <a:gd name="connsiteY197" fmla="*/ 1432262 h 6858001"/>
              <a:gd name="connsiteX198" fmla="*/ 502085 w 874715"/>
              <a:gd name="connsiteY198" fmla="*/ 1414609 h 6858001"/>
              <a:gd name="connsiteX199" fmla="*/ 479414 w 874715"/>
              <a:gd name="connsiteY199" fmla="*/ 1255923 h 6858001"/>
              <a:gd name="connsiteX200" fmla="*/ 476938 w 874715"/>
              <a:gd name="connsiteY200" fmla="*/ 1240034 h 6858001"/>
              <a:gd name="connsiteX201" fmla="*/ 456745 w 874715"/>
              <a:gd name="connsiteY201" fmla="*/ 1165498 h 6858001"/>
              <a:gd name="connsiteX202" fmla="*/ 444171 w 874715"/>
              <a:gd name="connsiteY202" fmla="*/ 977582 h 6858001"/>
              <a:gd name="connsiteX203" fmla="*/ 442647 w 874715"/>
              <a:gd name="connsiteY203" fmla="*/ 966011 h 6858001"/>
              <a:gd name="connsiteX204" fmla="*/ 452743 w 874715"/>
              <a:gd name="connsiteY204" fmla="*/ 903045 h 6858001"/>
              <a:gd name="connsiteX205" fmla="*/ 467032 w 874715"/>
              <a:gd name="connsiteY205" fmla="*/ 871859 h 6858001"/>
              <a:gd name="connsiteX206" fmla="*/ 481892 w 874715"/>
              <a:gd name="connsiteY206" fmla="*/ 823213 h 6858001"/>
              <a:gd name="connsiteX207" fmla="*/ 487416 w 874715"/>
              <a:gd name="connsiteY207" fmla="*/ 773781 h 6858001"/>
              <a:gd name="connsiteX208" fmla="*/ 464936 w 874715"/>
              <a:gd name="connsiteY208" fmla="*/ 690809 h 6858001"/>
              <a:gd name="connsiteX209" fmla="*/ 462650 w 874715"/>
              <a:gd name="connsiteY209" fmla="*/ 660603 h 6858001"/>
              <a:gd name="connsiteX210" fmla="*/ 451791 w 874715"/>
              <a:gd name="connsiteY210" fmla="*/ 593322 h 6858001"/>
              <a:gd name="connsiteX211" fmla="*/ 452553 w 874715"/>
              <a:gd name="connsiteY211" fmla="*/ 534478 h 6858001"/>
              <a:gd name="connsiteX212" fmla="*/ 469890 w 874715"/>
              <a:gd name="connsiteY212" fmla="*/ 487205 h 6858001"/>
              <a:gd name="connsiteX213" fmla="*/ 473318 w 874715"/>
              <a:gd name="connsiteY213" fmla="*/ 418552 h 6858001"/>
              <a:gd name="connsiteX214" fmla="*/ 460746 w 874715"/>
              <a:gd name="connsiteY214" fmla="*/ 374220 h 6858001"/>
              <a:gd name="connsiteX215" fmla="*/ 459032 w 874715"/>
              <a:gd name="connsiteY215" fmla="*/ 365198 h 6858001"/>
              <a:gd name="connsiteX216" fmla="*/ 458267 w 874715"/>
              <a:gd name="connsiteY216" fmla="*/ 249272 h 6858001"/>
              <a:gd name="connsiteX217" fmla="*/ 496179 w 874715"/>
              <a:gd name="connsiteY217" fmla="*/ 104514 h 6858001"/>
              <a:gd name="connsiteX218" fmla="*/ 504181 w 874715"/>
              <a:gd name="connsiteY218" fmla="*/ 805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874715" h="6858001">
                <a:moveTo>
                  <a:pt x="669467" y="3720275"/>
                </a:moveTo>
                <a:lnTo>
                  <a:pt x="710453" y="3726292"/>
                </a:lnTo>
                <a:lnTo>
                  <a:pt x="710455" y="3726292"/>
                </a:lnTo>
                <a:lnTo>
                  <a:pt x="669465" y="3720275"/>
                </a:lnTo>
                <a:close/>
                <a:moveTo>
                  <a:pt x="834223" y="3333751"/>
                </a:moveTo>
                <a:lnTo>
                  <a:pt x="446757" y="3333751"/>
                </a:lnTo>
                <a:lnTo>
                  <a:pt x="441229" y="3376550"/>
                </a:lnTo>
                <a:lnTo>
                  <a:pt x="437178" y="3407910"/>
                </a:lnTo>
                <a:cubicBezTo>
                  <a:pt x="435005" y="3435408"/>
                  <a:pt x="434362" y="3463164"/>
                  <a:pt x="435790" y="3491262"/>
                </a:cubicBezTo>
                <a:cubicBezTo>
                  <a:pt x="436266" y="3500578"/>
                  <a:pt x="433599" y="3510777"/>
                  <a:pt x="429384" y="3520658"/>
                </a:cubicBezTo>
                <a:lnTo>
                  <a:pt x="427332" y="3524252"/>
                </a:lnTo>
                <a:lnTo>
                  <a:pt x="427331" y="3524252"/>
                </a:lnTo>
                <a:lnTo>
                  <a:pt x="413690" y="3548145"/>
                </a:lnTo>
                <a:cubicBezTo>
                  <a:pt x="391973" y="3578940"/>
                  <a:pt x="390257" y="3577567"/>
                  <a:pt x="408166" y="3612089"/>
                </a:cubicBezTo>
                <a:cubicBezTo>
                  <a:pt x="412548" y="3620328"/>
                  <a:pt x="415214" y="3630528"/>
                  <a:pt x="421692" y="3636610"/>
                </a:cubicBezTo>
                <a:cubicBezTo>
                  <a:pt x="438171" y="3652106"/>
                  <a:pt x="444409" y="3669416"/>
                  <a:pt x="445933" y="3687609"/>
                </a:cubicBezTo>
                <a:lnTo>
                  <a:pt x="443241" y="3725049"/>
                </a:lnTo>
                <a:lnTo>
                  <a:pt x="455589" y="3723372"/>
                </a:lnTo>
                <a:cubicBezTo>
                  <a:pt x="485111" y="3719138"/>
                  <a:pt x="514678" y="3715144"/>
                  <a:pt x="544787" y="3712739"/>
                </a:cubicBezTo>
                <a:lnTo>
                  <a:pt x="544802" y="3712740"/>
                </a:lnTo>
                <a:lnTo>
                  <a:pt x="544786" y="3712740"/>
                </a:lnTo>
                <a:cubicBezTo>
                  <a:pt x="514677" y="3715145"/>
                  <a:pt x="485110" y="3719139"/>
                  <a:pt x="455588" y="3723373"/>
                </a:cubicBezTo>
                <a:lnTo>
                  <a:pt x="443240" y="3725050"/>
                </a:lnTo>
                <a:lnTo>
                  <a:pt x="441884" y="3743904"/>
                </a:lnTo>
                <a:cubicBezTo>
                  <a:pt x="440932" y="3750574"/>
                  <a:pt x="439598" y="3758615"/>
                  <a:pt x="442266" y="3764306"/>
                </a:cubicBezTo>
                <a:cubicBezTo>
                  <a:pt x="454266" y="3790000"/>
                  <a:pt x="450076" y="3811773"/>
                  <a:pt x="433692" y="3834135"/>
                </a:cubicBezTo>
                <a:cubicBezTo>
                  <a:pt x="419595" y="3853553"/>
                  <a:pt x="411213" y="3875915"/>
                  <a:pt x="428740" y="3898864"/>
                </a:cubicBezTo>
                <a:cubicBezTo>
                  <a:pt x="467603" y="3949864"/>
                  <a:pt x="469507" y="4004392"/>
                  <a:pt x="444932" y="4062061"/>
                </a:cubicBezTo>
                <a:cubicBezTo>
                  <a:pt x="427405" y="4103253"/>
                  <a:pt x="423405" y="4143856"/>
                  <a:pt x="441122" y="4187207"/>
                </a:cubicBezTo>
                <a:cubicBezTo>
                  <a:pt x="447980" y="4203880"/>
                  <a:pt x="443408" y="4225456"/>
                  <a:pt x="444932" y="4244874"/>
                </a:cubicBezTo>
                <a:cubicBezTo>
                  <a:pt x="445694" y="4255860"/>
                  <a:pt x="445884" y="4268022"/>
                  <a:pt x="450648" y="4277434"/>
                </a:cubicBezTo>
                <a:cubicBezTo>
                  <a:pt x="462841" y="4302544"/>
                  <a:pt x="478461" y="4325885"/>
                  <a:pt x="490464" y="4351188"/>
                </a:cubicBezTo>
                <a:cubicBezTo>
                  <a:pt x="496178" y="4363350"/>
                  <a:pt x="499226" y="4377865"/>
                  <a:pt x="499418" y="4391596"/>
                </a:cubicBezTo>
                <a:cubicBezTo>
                  <a:pt x="500370" y="4432199"/>
                  <a:pt x="500370" y="4472804"/>
                  <a:pt x="498656" y="4513209"/>
                </a:cubicBezTo>
                <a:cubicBezTo>
                  <a:pt x="495988" y="4579901"/>
                  <a:pt x="495416" y="4647572"/>
                  <a:pt x="438646" y="4695629"/>
                </a:cubicBezTo>
                <a:cubicBezTo>
                  <a:pt x="434074" y="4699554"/>
                  <a:pt x="431406" y="4707987"/>
                  <a:pt x="430644" y="4714658"/>
                </a:cubicBezTo>
                <a:cubicBezTo>
                  <a:pt x="427025" y="4745453"/>
                  <a:pt x="426643" y="4777033"/>
                  <a:pt x="420737" y="4807436"/>
                </a:cubicBezTo>
                <a:cubicBezTo>
                  <a:pt x="415975" y="4831758"/>
                  <a:pt x="417499" y="4851963"/>
                  <a:pt x="434264" y="4870400"/>
                </a:cubicBezTo>
                <a:cubicBezTo>
                  <a:pt x="456362" y="4894527"/>
                  <a:pt x="469317" y="4923950"/>
                  <a:pt x="462269" y="4956119"/>
                </a:cubicBezTo>
                <a:cubicBezTo>
                  <a:pt x="455410" y="4988286"/>
                  <a:pt x="470269" y="5009470"/>
                  <a:pt x="485701" y="5033207"/>
                </a:cubicBezTo>
                <a:cubicBezTo>
                  <a:pt x="496940" y="5050467"/>
                  <a:pt x="511038" y="5070083"/>
                  <a:pt x="512180" y="5089305"/>
                </a:cubicBezTo>
                <a:cubicBezTo>
                  <a:pt x="514656" y="5132851"/>
                  <a:pt x="553902" y="5170316"/>
                  <a:pt x="531613" y="5217589"/>
                </a:cubicBezTo>
                <a:cubicBezTo>
                  <a:pt x="530089" y="5220727"/>
                  <a:pt x="533899" y="5226415"/>
                  <a:pt x="534851" y="5230926"/>
                </a:cubicBezTo>
                <a:cubicBezTo>
                  <a:pt x="542091" y="5267019"/>
                  <a:pt x="535041" y="5300953"/>
                  <a:pt x="511228" y="5327433"/>
                </a:cubicBezTo>
                <a:cubicBezTo>
                  <a:pt x="480175" y="5362152"/>
                  <a:pt x="477127" y="5400597"/>
                  <a:pt x="487225" y="5443357"/>
                </a:cubicBezTo>
                <a:cubicBezTo>
                  <a:pt x="490464" y="5457089"/>
                  <a:pt x="492750" y="5470820"/>
                  <a:pt x="495416" y="5484746"/>
                </a:cubicBezTo>
                <a:cubicBezTo>
                  <a:pt x="499226" y="5503576"/>
                  <a:pt x="503228" y="5522604"/>
                  <a:pt x="507038" y="5541432"/>
                </a:cubicBezTo>
                <a:cubicBezTo>
                  <a:pt x="510848" y="5559676"/>
                  <a:pt x="517324" y="5579880"/>
                  <a:pt x="500942" y="5594001"/>
                </a:cubicBezTo>
                <a:cubicBezTo>
                  <a:pt x="486843" y="5606164"/>
                  <a:pt x="488177" y="5614794"/>
                  <a:pt x="500370" y="5625974"/>
                </a:cubicBezTo>
                <a:cubicBezTo>
                  <a:pt x="543043" y="5664813"/>
                  <a:pt x="569714" y="5711889"/>
                  <a:pt x="571618" y="5771911"/>
                </a:cubicBezTo>
                <a:cubicBezTo>
                  <a:pt x="572000" y="5784268"/>
                  <a:pt x="574666" y="5796822"/>
                  <a:pt x="577524" y="5808982"/>
                </a:cubicBezTo>
                <a:cubicBezTo>
                  <a:pt x="579239" y="5816437"/>
                  <a:pt x="581145" y="5825462"/>
                  <a:pt x="586289" y="5829971"/>
                </a:cubicBezTo>
                <a:cubicBezTo>
                  <a:pt x="625532" y="5865083"/>
                  <a:pt x="652775" y="5908825"/>
                  <a:pt x="674684" y="5956490"/>
                </a:cubicBezTo>
                <a:cubicBezTo>
                  <a:pt x="682494" y="5973553"/>
                  <a:pt x="690304" y="5991797"/>
                  <a:pt x="692590" y="6010235"/>
                </a:cubicBezTo>
                <a:cubicBezTo>
                  <a:pt x="694876" y="6029456"/>
                  <a:pt x="691066" y="6049660"/>
                  <a:pt x="688970" y="6069276"/>
                </a:cubicBezTo>
                <a:cubicBezTo>
                  <a:pt x="687828" y="6080849"/>
                  <a:pt x="688018" y="6094187"/>
                  <a:pt x="682494" y="6103407"/>
                </a:cubicBezTo>
                <a:cubicBezTo>
                  <a:pt x="665157" y="6132633"/>
                  <a:pt x="646489" y="6160879"/>
                  <a:pt x="626294" y="6188144"/>
                </a:cubicBezTo>
                <a:cubicBezTo>
                  <a:pt x="608958" y="6211486"/>
                  <a:pt x="606481" y="6216194"/>
                  <a:pt x="628200" y="6236396"/>
                </a:cubicBezTo>
                <a:cubicBezTo>
                  <a:pt x="650489" y="6257190"/>
                  <a:pt x="662109" y="6283082"/>
                  <a:pt x="666871" y="6311718"/>
                </a:cubicBezTo>
                <a:cubicBezTo>
                  <a:pt x="674302" y="6357030"/>
                  <a:pt x="680588" y="6402732"/>
                  <a:pt x="684208" y="6448435"/>
                </a:cubicBezTo>
                <a:cubicBezTo>
                  <a:pt x="687446" y="6489823"/>
                  <a:pt x="669920" y="6509634"/>
                  <a:pt x="630104" y="6517873"/>
                </a:cubicBezTo>
                <a:cubicBezTo>
                  <a:pt x="608005" y="6522581"/>
                  <a:pt x="584001" y="6528663"/>
                  <a:pt x="578096" y="6553767"/>
                </a:cubicBezTo>
                <a:cubicBezTo>
                  <a:pt x="568570" y="6594765"/>
                  <a:pt x="564380" y="6637329"/>
                  <a:pt x="517706" y="6657533"/>
                </a:cubicBezTo>
                <a:cubicBezTo>
                  <a:pt x="527993" y="6668713"/>
                  <a:pt x="534089" y="6675579"/>
                  <a:pt x="540185" y="6682250"/>
                </a:cubicBezTo>
                <a:cubicBezTo>
                  <a:pt x="557140" y="6700686"/>
                  <a:pt x="564380" y="6738934"/>
                  <a:pt x="549712" y="6758356"/>
                </a:cubicBezTo>
                <a:cubicBezTo>
                  <a:pt x="528375" y="6786993"/>
                  <a:pt x="532375" y="6813278"/>
                  <a:pt x="548950" y="6840738"/>
                </a:cubicBezTo>
                <a:lnTo>
                  <a:pt x="556149" y="6858001"/>
                </a:lnTo>
                <a:lnTo>
                  <a:pt x="760427" y="6858001"/>
                </a:lnTo>
                <a:lnTo>
                  <a:pt x="763269" y="6846819"/>
                </a:lnTo>
                <a:cubicBezTo>
                  <a:pt x="771841" y="6790916"/>
                  <a:pt x="777937" y="6734620"/>
                  <a:pt x="784795" y="6678324"/>
                </a:cubicBezTo>
                <a:cubicBezTo>
                  <a:pt x="791844" y="6620265"/>
                  <a:pt x="799274" y="6562401"/>
                  <a:pt x="805560" y="6504338"/>
                </a:cubicBezTo>
                <a:cubicBezTo>
                  <a:pt x="808800" y="6472562"/>
                  <a:pt x="809370" y="6440589"/>
                  <a:pt x="812418" y="6408814"/>
                </a:cubicBezTo>
                <a:cubicBezTo>
                  <a:pt x="815086" y="6380959"/>
                  <a:pt x="820039" y="6353302"/>
                  <a:pt x="823279" y="6325450"/>
                </a:cubicBezTo>
                <a:cubicBezTo>
                  <a:pt x="825945" y="6301323"/>
                  <a:pt x="827469" y="6277000"/>
                  <a:pt x="830137" y="6252873"/>
                </a:cubicBezTo>
                <a:cubicBezTo>
                  <a:pt x="834517" y="6214231"/>
                  <a:pt x="839471" y="6175786"/>
                  <a:pt x="844043" y="6137341"/>
                </a:cubicBezTo>
                <a:cubicBezTo>
                  <a:pt x="845757" y="6121257"/>
                  <a:pt x="850520" y="6104387"/>
                  <a:pt x="847663" y="6089284"/>
                </a:cubicBezTo>
                <a:cubicBezTo>
                  <a:pt x="840423" y="6051230"/>
                  <a:pt x="842519" y="6013764"/>
                  <a:pt x="847471" y="5975908"/>
                </a:cubicBezTo>
                <a:cubicBezTo>
                  <a:pt x="849188" y="5962962"/>
                  <a:pt x="848806" y="5949036"/>
                  <a:pt x="845567" y="5936481"/>
                </a:cubicBezTo>
                <a:cubicBezTo>
                  <a:pt x="839089" y="5910785"/>
                  <a:pt x="829945" y="5885876"/>
                  <a:pt x="821945" y="5860571"/>
                </a:cubicBezTo>
                <a:cubicBezTo>
                  <a:pt x="820993" y="5857824"/>
                  <a:pt x="820801" y="5854490"/>
                  <a:pt x="820231" y="5851549"/>
                </a:cubicBezTo>
                <a:cubicBezTo>
                  <a:pt x="816990" y="5834874"/>
                  <a:pt x="813752" y="5818399"/>
                  <a:pt x="810894" y="5801726"/>
                </a:cubicBezTo>
                <a:cubicBezTo>
                  <a:pt x="809370" y="5792704"/>
                  <a:pt x="809180" y="5783484"/>
                  <a:pt x="807846" y="5774460"/>
                </a:cubicBezTo>
                <a:cubicBezTo>
                  <a:pt x="802512" y="5739546"/>
                  <a:pt x="811466" y="5701101"/>
                  <a:pt x="788415" y="5670892"/>
                </a:cubicBezTo>
                <a:cubicBezTo>
                  <a:pt x="773555" y="5651277"/>
                  <a:pt x="776985" y="5632250"/>
                  <a:pt x="779271" y="5611265"/>
                </a:cubicBezTo>
                <a:cubicBezTo>
                  <a:pt x="780985" y="5595374"/>
                  <a:pt x="780413" y="5579094"/>
                  <a:pt x="780605" y="5563010"/>
                </a:cubicBezTo>
                <a:cubicBezTo>
                  <a:pt x="781175" y="5534764"/>
                  <a:pt x="781367" y="5506518"/>
                  <a:pt x="782319" y="5478272"/>
                </a:cubicBezTo>
                <a:cubicBezTo>
                  <a:pt x="782699" y="5469249"/>
                  <a:pt x="787463" y="5460031"/>
                  <a:pt x="786701" y="5451203"/>
                </a:cubicBezTo>
                <a:cubicBezTo>
                  <a:pt x="783081" y="5410403"/>
                  <a:pt x="777365" y="5369604"/>
                  <a:pt x="774127" y="5328805"/>
                </a:cubicBezTo>
                <a:cubicBezTo>
                  <a:pt x="772223" y="5305660"/>
                  <a:pt x="775841" y="5281924"/>
                  <a:pt x="773175" y="5258975"/>
                </a:cubicBezTo>
                <a:cubicBezTo>
                  <a:pt x="770127" y="5232496"/>
                  <a:pt x="762317" y="5206604"/>
                  <a:pt x="757552" y="5180319"/>
                </a:cubicBezTo>
                <a:cubicBezTo>
                  <a:pt x="756220" y="5173061"/>
                  <a:pt x="757934" y="5165020"/>
                  <a:pt x="758314" y="5157370"/>
                </a:cubicBezTo>
                <a:cubicBezTo>
                  <a:pt x="758697" y="5148739"/>
                  <a:pt x="759459" y="5140304"/>
                  <a:pt x="759649" y="5131673"/>
                </a:cubicBezTo>
                <a:cubicBezTo>
                  <a:pt x="760031" y="5105388"/>
                  <a:pt x="759459" y="5079104"/>
                  <a:pt x="760793" y="5052820"/>
                </a:cubicBezTo>
                <a:cubicBezTo>
                  <a:pt x="761555" y="5036736"/>
                  <a:pt x="769365" y="5019868"/>
                  <a:pt x="766507" y="5004959"/>
                </a:cubicBezTo>
                <a:cubicBezTo>
                  <a:pt x="760983" y="4974557"/>
                  <a:pt x="773365" y="4944153"/>
                  <a:pt x="763079" y="4913751"/>
                </a:cubicBezTo>
                <a:cubicBezTo>
                  <a:pt x="760031" y="4904334"/>
                  <a:pt x="767651" y="4891388"/>
                  <a:pt x="768031" y="4880011"/>
                </a:cubicBezTo>
                <a:cubicBezTo>
                  <a:pt x="768983" y="4851570"/>
                  <a:pt x="768793" y="4823128"/>
                  <a:pt x="768603" y="4794687"/>
                </a:cubicBezTo>
                <a:cubicBezTo>
                  <a:pt x="768413" y="4769186"/>
                  <a:pt x="771079" y="4742705"/>
                  <a:pt x="765745" y="4718187"/>
                </a:cubicBezTo>
                <a:cubicBezTo>
                  <a:pt x="760031" y="4692491"/>
                  <a:pt x="760793" y="4669346"/>
                  <a:pt x="767269" y="4644434"/>
                </a:cubicBezTo>
                <a:cubicBezTo>
                  <a:pt x="771651" y="4627369"/>
                  <a:pt x="772223" y="4609322"/>
                  <a:pt x="773555" y="4591670"/>
                </a:cubicBezTo>
                <a:cubicBezTo>
                  <a:pt x="775079" y="4572644"/>
                  <a:pt x="771079" y="4551655"/>
                  <a:pt x="777365" y="4534394"/>
                </a:cubicBezTo>
                <a:cubicBezTo>
                  <a:pt x="796036" y="4483001"/>
                  <a:pt x="800036" y="4430237"/>
                  <a:pt x="800036" y="4376493"/>
                </a:cubicBezTo>
                <a:cubicBezTo>
                  <a:pt x="800036" y="4366684"/>
                  <a:pt x="797370" y="4356680"/>
                  <a:pt x="794512" y="4347267"/>
                </a:cubicBezTo>
                <a:cubicBezTo>
                  <a:pt x="777365" y="4292342"/>
                  <a:pt x="778889" y="4237224"/>
                  <a:pt x="789368" y="4181322"/>
                </a:cubicBezTo>
                <a:cubicBezTo>
                  <a:pt x="791654" y="4169748"/>
                  <a:pt x="792036" y="4156803"/>
                  <a:pt x="789750" y="4145230"/>
                </a:cubicBezTo>
                <a:cubicBezTo>
                  <a:pt x="783081" y="4112668"/>
                  <a:pt x="772031" y="4081088"/>
                  <a:pt x="767269" y="4048330"/>
                </a:cubicBezTo>
                <a:cubicBezTo>
                  <a:pt x="759459" y="3994194"/>
                  <a:pt x="785747" y="3947314"/>
                  <a:pt x="802894" y="3898864"/>
                </a:cubicBezTo>
                <a:cubicBezTo>
                  <a:pt x="819087" y="3852768"/>
                  <a:pt x="855664" y="3813538"/>
                  <a:pt x="847471" y="3759007"/>
                </a:cubicBezTo>
                <a:lnTo>
                  <a:pt x="848163" y="3756136"/>
                </a:lnTo>
                <a:lnTo>
                  <a:pt x="819543" y="3748731"/>
                </a:lnTo>
                <a:lnTo>
                  <a:pt x="819313" y="3748682"/>
                </a:lnTo>
                <a:lnTo>
                  <a:pt x="819544" y="3748730"/>
                </a:lnTo>
                <a:lnTo>
                  <a:pt x="848164" y="3756135"/>
                </a:lnTo>
                <a:lnTo>
                  <a:pt x="849545" y="3750401"/>
                </a:lnTo>
                <a:cubicBezTo>
                  <a:pt x="850902" y="3747434"/>
                  <a:pt x="852522" y="3744394"/>
                  <a:pt x="853189" y="3741353"/>
                </a:cubicBezTo>
                <a:cubicBezTo>
                  <a:pt x="856809" y="3724680"/>
                  <a:pt x="861189" y="3708009"/>
                  <a:pt x="862905" y="3691138"/>
                </a:cubicBezTo>
                <a:cubicBezTo>
                  <a:pt x="865191" y="3670544"/>
                  <a:pt x="864429" y="3649555"/>
                  <a:pt x="866333" y="3628959"/>
                </a:cubicBezTo>
                <a:cubicBezTo>
                  <a:pt x="868619" y="3602478"/>
                  <a:pt x="874715" y="3576391"/>
                  <a:pt x="874715" y="3550106"/>
                </a:cubicBezTo>
                <a:lnTo>
                  <a:pt x="871487" y="3524252"/>
                </a:lnTo>
                <a:lnTo>
                  <a:pt x="871488" y="3524252"/>
                </a:lnTo>
                <a:lnTo>
                  <a:pt x="870763" y="3518451"/>
                </a:lnTo>
                <a:cubicBezTo>
                  <a:pt x="868573" y="3507933"/>
                  <a:pt x="865953" y="3497439"/>
                  <a:pt x="864238" y="3486946"/>
                </a:cubicBezTo>
                <a:cubicBezTo>
                  <a:pt x="859476" y="3457327"/>
                  <a:pt x="860810" y="3424765"/>
                  <a:pt x="848618" y="3398677"/>
                </a:cubicBezTo>
                <a:lnTo>
                  <a:pt x="837595" y="3365728"/>
                </a:lnTo>
                <a:lnTo>
                  <a:pt x="834829" y="3357461"/>
                </a:lnTo>
                <a:close/>
                <a:moveTo>
                  <a:pt x="513783" y="0"/>
                </a:moveTo>
                <a:lnTo>
                  <a:pt x="72334" y="0"/>
                </a:lnTo>
                <a:lnTo>
                  <a:pt x="75447" y="27991"/>
                </a:lnTo>
                <a:cubicBezTo>
                  <a:pt x="80828" y="63323"/>
                  <a:pt x="87734" y="98434"/>
                  <a:pt x="88115" y="134133"/>
                </a:cubicBezTo>
                <a:cubicBezTo>
                  <a:pt x="88495" y="166498"/>
                  <a:pt x="94591" y="198471"/>
                  <a:pt x="62778" y="221224"/>
                </a:cubicBezTo>
                <a:cubicBezTo>
                  <a:pt x="58586" y="224165"/>
                  <a:pt x="60872" y="238486"/>
                  <a:pt x="62206" y="247312"/>
                </a:cubicBezTo>
                <a:cubicBezTo>
                  <a:pt x="65065" y="266927"/>
                  <a:pt x="72303" y="286346"/>
                  <a:pt x="72113" y="305764"/>
                </a:cubicBezTo>
                <a:cubicBezTo>
                  <a:pt x="71923" y="345976"/>
                  <a:pt x="68875" y="386383"/>
                  <a:pt x="65445" y="426397"/>
                </a:cubicBezTo>
                <a:cubicBezTo>
                  <a:pt x="64111" y="441500"/>
                  <a:pt x="58968" y="456017"/>
                  <a:pt x="55348" y="470924"/>
                </a:cubicBezTo>
                <a:cubicBezTo>
                  <a:pt x="53252" y="479162"/>
                  <a:pt x="47728" y="487990"/>
                  <a:pt x="48870" y="495638"/>
                </a:cubicBezTo>
                <a:cubicBezTo>
                  <a:pt x="55538" y="539970"/>
                  <a:pt x="39156" y="580573"/>
                  <a:pt x="30963" y="622548"/>
                </a:cubicBezTo>
                <a:cubicBezTo>
                  <a:pt x="27153" y="641968"/>
                  <a:pt x="18009" y="660210"/>
                  <a:pt x="11723" y="679040"/>
                </a:cubicBezTo>
                <a:cubicBezTo>
                  <a:pt x="10007" y="683943"/>
                  <a:pt x="8483" y="689436"/>
                  <a:pt x="8865" y="694341"/>
                </a:cubicBezTo>
                <a:cubicBezTo>
                  <a:pt x="11151" y="722389"/>
                  <a:pt x="14389" y="750244"/>
                  <a:pt x="16865" y="778095"/>
                </a:cubicBezTo>
                <a:cubicBezTo>
                  <a:pt x="19151" y="803401"/>
                  <a:pt x="19913" y="828900"/>
                  <a:pt x="47918" y="840866"/>
                </a:cubicBezTo>
                <a:cubicBezTo>
                  <a:pt x="52300" y="842633"/>
                  <a:pt x="55538" y="848516"/>
                  <a:pt x="58396" y="853028"/>
                </a:cubicBezTo>
                <a:cubicBezTo>
                  <a:pt x="102404" y="922662"/>
                  <a:pt x="101260" y="959929"/>
                  <a:pt x="54776" y="1027995"/>
                </a:cubicBezTo>
                <a:cubicBezTo>
                  <a:pt x="50014" y="1035056"/>
                  <a:pt x="46584" y="1050159"/>
                  <a:pt x="50394" y="1054866"/>
                </a:cubicBezTo>
                <a:cubicBezTo>
                  <a:pt x="82019" y="1094882"/>
                  <a:pt x="78589" y="1138623"/>
                  <a:pt x="68683" y="1184720"/>
                </a:cubicBezTo>
                <a:cubicBezTo>
                  <a:pt x="66017" y="1196684"/>
                  <a:pt x="66017" y="1213555"/>
                  <a:pt x="72303" y="1222576"/>
                </a:cubicBezTo>
                <a:cubicBezTo>
                  <a:pt x="101450" y="1265534"/>
                  <a:pt x="97260" y="1311630"/>
                  <a:pt x="88687" y="1358313"/>
                </a:cubicBezTo>
                <a:cubicBezTo>
                  <a:pt x="87353" y="1365570"/>
                  <a:pt x="80113" y="1374398"/>
                  <a:pt x="73447" y="1377535"/>
                </a:cubicBezTo>
                <a:cubicBezTo>
                  <a:pt x="49824" y="1388716"/>
                  <a:pt x="41822" y="1409705"/>
                  <a:pt x="35153" y="1432851"/>
                </a:cubicBezTo>
                <a:cubicBezTo>
                  <a:pt x="24295" y="1469335"/>
                  <a:pt x="11531" y="1505229"/>
                  <a:pt x="1244" y="1541910"/>
                </a:cubicBezTo>
                <a:cubicBezTo>
                  <a:pt x="-1232" y="1550935"/>
                  <a:pt x="292" y="1562114"/>
                  <a:pt x="3149" y="1571529"/>
                </a:cubicBezTo>
                <a:cubicBezTo>
                  <a:pt x="12865" y="1603698"/>
                  <a:pt x="37250" y="1624098"/>
                  <a:pt x="59730" y="1646459"/>
                </a:cubicBezTo>
                <a:cubicBezTo>
                  <a:pt x="69637" y="1656267"/>
                  <a:pt x="76685" y="1669800"/>
                  <a:pt x="82399" y="1682944"/>
                </a:cubicBezTo>
                <a:cubicBezTo>
                  <a:pt x="97070" y="1717073"/>
                  <a:pt x="110214" y="1751988"/>
                  <a:pt x="124120" y="1786511"/>
                </a:cubicBezTo>
                <a:cubicBezTo>
                  <a:pt x="125454" y="1789845"/>
                  <a:pt x="128883" y="1792590"/>
                  <a:pt x="131741" y="1795142"/>
                </a:cubicBezTo>
                <a:cubicBezTo>
                  <a:pt x="161842" y="1820640"/>
                  <a:pt x="192131" y="1845943"/>
                  <a:pt x="222232" y="1871640"/>
                </a:cubicBezTo>
                <a:cubicBezTo>
                  <a:pt x="227946" y="1876543"/>
                  <a:pt x="232138" y="1883606"/>
                  <a:pt x="237662" y="1888901"/>
                </a:cubicBezTo>
                <a:cubicBezTo>
                  <a:pt x="245282" y="1896356"/>
                  <a:pt x="252523" y="1905771"/>
                  <a:pt x="261667" y="1909694"/>
                </a:cubicBezTo>
                <a:cubicBezTo>
                  <a:pt x="290432" y="1921855"/>
                  <a:pt x="302816" y="1945197"/>
                  <a:pt x="308150" y="1974618"/>
                </a:cubicBezTo>
                <a:cubicBezTo>
                  <a:pt x="313103" y="2001493"/>
                  <a:pt x="317295" y="2028365"/>
                  <a:pt x="323009" y="2055042"/>
                </a:cubicBezTo>
                <a:cubicBezTo>
                  <a:pt x="329867" y="2087602"/>
                  <a:pt x="337297" y="2119968"/>
                  <a:pt x="345680" y="2152137"/>
                </a:cubicBezTo>
                <a:cubicBezTo>
                  <a:pt x="349300" y="2166063"/>
                  <a:pt x="353490" y="2180774"/>
                  <a:pt x="360920" y="2192740"/>
                </a:cubicBezTo>
                <a:cubicBezTo>
                  <a:pt x="381495" y="2226281"/>
                  <a:pt x="395401" y="2262177"/>
                  <a:pt x="389877" y="2301603"/>
                </a:cubicBezTo>
                <a:cubicBezTo>
                  <a:pt x="385495" y="2333183"/>
                  <a:pt x="396735" y="2359664"/>
                  <a:pt x="414262" y="2379279"/>
                </a:cubicBezTo>
                <a:cubicBezTo>
                  <a:pt x="446077" y="2414980"/>
                  <a:pt x="438837" y="2453227"/>
                  <a:pt x="428551" y="2491281"/>
                </a:cubicBezTo>
                <a:cubicBezTo>
                  <a:pt x="423216" y="2510897"/>
                  <a:pt x="423978" y="2526980"/>
                  <a:pt x="429121" y="2545615"/>
                </a:cubicBezTo>
                <a:cubicBezTo>
                  <a:pt x="441123" y="2588768"/>
                  <a:pt x="473700" y="2617603"/>
                  <a:pt x="502275" y="2645455"/>
                </a:cubicBezTo>
                <a:cubicBezTo>
                  <a:pt x="526660" y="2669191"/>
                  <a:pt x="540376" y="2695868"/>
                  <a:pt x="550665" y="2725094"/>
                </a:cubicBezTo>
                <a:cubicBezTo>
                  <a:pt x="563809" y="2761970"/>
                  <a:pt x="558857" y="2791196"/>
                  <a:pt x="527232" y="2808850"/>
                </a:cubicBezTo>
                <a:cubicBezTo>
                  <a:pt x="518277" y="2813754"/>
                  <a:pt x="507799" y="2822385"/>
                  <a:pt x="505133" y="2831604"/>
                </a:cubicBezTo>
                <a:cubicBezTo>
                  <a:pt x="491799" y="2876129"/>
                  <a:pt x="472366" y="2921245"/>
                  <a:pt x="484178" y="2968910"/>
                </a:cubicBezTo>
                <a:cubicBezTo>
                  <a:pt x="500371" y="3034817"/>
                  <a:pt x="499419" y="3099154"/>
                  <a:pt x="483416" y="3165061"/>
                </a:cubicBezTo>
                <a:cubicBezTo>
                  <a:pt x="470462" y="3218512"/>
                  <a:pt x="457126" y="3271963"/>
                  <a:pt x="447744" y="3326101"/>
                </a:cubicBezTo>
                <a:lnTo>
                  <a:pt x="446756" y="3333750"/>
                </a:lnTo>
                <a:lnTo>
                  <a:pt x="834222" y="3333750"/>
                </a:lnTo>
                <a:lnTo>
                  <a:pt x="833756" y="3315508"/>
                </a:lnTo>
                <a:cubicBezTo>
                  <a:pt x="835090" y="3305897"/>
                  <a:pt x="843092" y="3293538"/>
                  <a:pt x="851283" y="3289224"/>
                </a:cubicBezTo>
                <a:cubicBezTo>
                  <a:pt x="869571" y="3279612"/>
                  <a:pt x="872811" y="3266470"/>
                  <a:pt x="866523" y="3248621"/>
                </a:cubicBezTo>
                <a:cubicBezTo>
                  <a:pt x="861189" y="3233124"/>
                  <a:pt x="858523" y="3214098"/>
                  <a:pt x="848234" y="3203506"/>
                </a:cubicBezTo>
                <a:cubicBezTo>
                  <a:pt x="819088" y="3173494"/>
                  <a:pt x="818135" y="3135244"/>
                  <a:pt x="810325" y="3097977"/>
                </a:cubicBezTo>
                <a:cubicBezTo>
                  <a:pt x="805561" y="3075225"/>
                  <a:pt x="805371" y="3054039"/>
                  <a:pt x="808609" y="3031285"/>
                </a:cubicBezTo>
                <a:cubicBezTo>
                  <a:pt x="815849" y="2981857"/>
                  <a:pt x="805561" y="2933799"/>
                  <a:pt x="792417" y="2886329"/>
                </a:cubicBezTo>
                <a:cubicBezTo>
                  <a:pt x="783654" y="2854945"/>
                  <a:pt x="778320" y="2822776"/>
                  <a:pt x="769366" y="2791590"/>
                </a:cubicBezTo>
                <a:cubicBezTo>
                  <a:pt x="762508" y="2768247"/>
                  <a:pt x="754315" y="2744906"/>
                  <a:pt x="743267" y="2723527"/>
                </a:cubicBezTo>
                <a:cubicBezTo>
                  <a:pt x="727072" y="2692532"/>
                  <a:pt x="702688" y="2665466"/>
                  <a:pt x="709166" y="2626038"/>
                </a:cubicBezTo>
                <a:cubicBezTo>
                  <a:pt x="714880" y="2591317"/>
                  <a:pt x="702880" y="2559935"/>
                  <a:pt x="691449" y="2528158"/>
                </a:cubicBezTo>
                <a:cubicBezTo>
                  <a:pt x="683067" y="2504816"/>
                  <a:pt x="674493" y="2481477"/>
                  <a:pt x="669159" y="2457348"/>
                </a:cubicBezTo>
                <a:cubicBezTo>
                  <a:pt x="662872" y="2428709"/>
                  <a:pt x="665540" y="2396344"/>
                  <a:pt x="653918" y="2370844"/>
                </a:cubicBezTo>
                <a:cubicBezTo>
                  <a:pt x="641726" y="2344167"/>
                  <a:pt x="649918" y="2322005"/>
                  <a:pt x="653348" y="2298269"/>
                </a:cubicBezTo>
                <a:cubicBezTo>
                  <a:pt x="658682" y="2260413"/>
                  <a:pt x="668589" y="2222749"/>
                  <a:pt x="656014" y="2184501"/>
                </a:cubicBezTo>
                <a:cubicBezTo>
                  <a:pt x="640774" y="2138014"/>
                  <a:pt x="624391" y="2091918"/>
                  <a:pt x="609913" y="2045235"/>
                </a:cubicBezTo>
                <a:cubicBezTo>
                  <a:pt x="604386" y="2027187"/>
                  <a:pt x="602100" y="2007771"/>
                  <a:pt x="599624" y="1988939"/>
                </a:cubicBezTo>
                <a:cubicBezTo>
                  <a:pt x="597528" y="1971091"/>
                  <a:pt x="602862" y="1949711"/>
                  <a:pt x="594862" y="1935977"/>
                </a:cubicBezTo>
                <a:cubicBezTo>
                  <a:pt x="574287" y="1900670"/>
                  <a:pt x="564191" y="1864385"/>
                  <a:pt x="564191" y="1823583"/>
                </a:cubicBezTo>
                <a:cubicBezTo>
                  <a:pt x="564191" y="1808282"/>
                  <a:pt x="555617" y="1793374"/>
                  <a:pt x="554093" y="1777881"/>
                </a:cubicBezTo>
                <a:cubicBezTo>
                  <a:pt x="552189" y="1756694"/>
                  <a:pt x="547044" y="1732372"/>
                  <a:pt x="554285" y="1713934"/>
                </a:cubicBezTo>
                <a:cubicBezTo>
                  <a:pt x="571429" y="1670585"/>
                  <a:pt x="557141" y="1635476"/>
                  <a:pt x="540186" y="1597617"/>
                </a:cubicBezTo>
                <a:cubicBezTo>
                  <a:pt x="523422" y="1560348"/>
                  <a:pt x="510087" y="1521118"/>
                  <a:pt x="499037" y="1481495"/>
                </a:cubicBezTo>
                <a:cubicBezTo>
                  <a:pt x="495037" y="1466588"/>
                  <a:pt x="501705" y="1448740"/>
                  <a:pt x="503037" y="1432262"/>
                </a:cubicBezTo>
                <a:cubicBezTo>
                  <a:pt x="503419" y="1426376"/>
                  <a:pt x="503991" y="1419903"/>
                  <a:pt x="502085" y="1414609"/>
                </a:cubicBezTo>
                <a:cubicBezTo>
                  <a:pt x="483796" y="1363414"/>
                  <a:pt x="469890" y="1311432"/>
                  <a:pt x="479414" y="1255923"/>
                </a:cubicBezTo>
                <a:cubicBezTo>
                  <a:pt x="480368" y="1250824"/>
                  <a:pt x="478272" y="1245135"/>
                  <a:pt x="476938" y="1240034"/>
                </a:cubicBezTo>
                <a:cubicBezTo>
                  <a:pt x="470080" y="1215122"/>
                  <a:pt x="459222" y="1190799"/>
                  <a:pt x="456745" y="1165498"/>
                </a:cubicBezTo>
                <a:cubicBezTo>
                  <a:pt x="450649" y="1103121"/>
                  <a:pt x="448171" y="1040355"/>
                  <a:pt x="444171" y="977582"/>
                </a:cubicBezTo>
                <a:cubicBezTo>
                  <a:pt x="443981" y="973659"/>
                  <a:pt x="443981" y="969541"/>
                  <a:pt x="442647" y="966011"/>
                </a:cubicBezTo>
                <a:cubicBezTo>
                  <a:pt x="434455" y="942864"/>
                  <a:pt x="437123" y="922662"/>
                  <a:pt x="452743" y="903045"/>
                </a:cubicBezTo>
                <a:cubicBezTo>
                  <a:pt x="459602" y="894414"/>
                  <a:pt x="463222" y="882645"/>
                  <a:pt x="467032" y="871859"/>
                </a:cubicBezTo>
                <a:cubicBezTo>
                  <a:pt x="472748" y="855968"/>
                  <a:pt x="478272" y="839689"/>
                  <a:pt x="481892" y="823213"/>
                </a:cubicBezTo>
                <a:cubicBezTo>
                  <a:pt x="485320" y="806930"/>
                  <a:pt x="490083" y="789474"/>
                  <a:pt x="487416" y="773781"/>
                </a:cubicBezTo>
                <a:cubicBezTo>
                  <a:pt x="482654" y="745535"/>
                  <a:pt x="471986" y="718661"/>
                  <a:pt x="464936" y="690809"/>
                </a:cubicBezTo>
                <a:cubicBezTo>
                  <a:pt x="462460" y="681198"/>
                  <a:pt x="462842" y="670605"/>
                  <a:pt x="462650" y="660603"/>
                </a:cubicBezTo>
                <a:cubicBezTo>
                  <a:pt x="462080" y="637652"/>
                  <a:pt x="467604" y="614113"/>
                  <a:pt x="451791" y="593322"/>
                </a:cubicBezTo>
                <a:cubicBezTo>
                  <a:pt x="436933" y="574101"/>
                  <a:pt x="441313" y="554679"/>
                  <a:pt x="452553" y="534478"/>
                </a:cubicBezTo>
                <a:cubicBezTo>
                  <a:pt x="460556" y="519961"/>
                  <a:pt x="466842" y="503486"/>
                  <a:pt x="469890" y="487205"/>
                </a:cubicBezTo>
                <a:cubicBezTo>
                  <a:pt x="474080" y="464843"/>
                  <a:pt x="475796" y="442679"/>
                  <a:pt x="473318" y="418552"/>
                </a:cubicBezTo>
                <a:cubicBezTo>
                  <a:pt x="471604" y="401485"/>
                  <a:pt x="470842" y="387559"/>
                  <a:pt x="460746" y="374220"/>
                </a:cubicBezTo>
                <a:cubicBezTo>
                  <a:pt x="459222" y="372064"/>
                  <a:pt x="458840" y="368141"/>
                  <a:pt x="459032" y="365198"/>
                </a:cubicBezTo>
                <a:cubicBezTo>
                  <a:pt x="462270" y="326557"/>
                  <a:pt x="460556" y="288308"/>
                  <a:pt x="458267" y="249272"/>
                </a:cubicBezTo>
                <a:cubicBezTo>
                  <a:pt x="455221" y="199649"/>
                  <a:pt x="464174" y="147470"/>
                  <a:pt x="496179" y="104514"/>
                </a:cubicBezTo>
                <a:cubicBezTo>
                  <a:pt x="500943" y="98237"/>
                  <a:pt x="503037" y="88822"/>
                  <a:pt x="504181" y="8058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66290A3-7E80-441D-AA1E-5263326B1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78285" y="0"/>
            <a:ext cx="874715" cy="6858001"/>
          </a:xfrm>
          <a:custGeom>
            <a:avLst/>
            <a:gdLst>
              <a:gd name="connsiteX0" fmla="*/ 669467 w 874715"/>
              <a:gd name="connsiteY0" fmla="*/ 3720275 h 6858001"/>
              <a:gd name="connsiteX1" fmla="*/ 710453 w 874715"/>
              <a:gd name="connsiteY1" fmla="*/ 3726292 h 6858001"/>
              <a:gd name="connsiteX2" fmla="*/ 710455 w 874715"/>
              <a:gd name="connsiteY2" fmla="*/ 3726292 h 6858001"/>
              <a:gd name="connsiteX3" fmla="*/ 669465 w 874715"/>
              <a:gd name="connsiteY3" fmla="*/ 3720275 h 6858001"/>
              <a:gd name="connsiteX4" fmla="*/ 834223 w 874715"/>
              <a:gd name="connsiteY4" fmla="*/ 3333751 h 6858001"/>
              <a:gd name="connsiteX5" fmla="*/ 446757 w 874715"/>
              <a:gd name="connsiteY5" fmla="*/ 3333751 h 6858001"/>
              <a:gd name="connsiteX6" fmla="*/ 441229 w 874715"/>
              <a:gd name="connsiteY6" fmla="*/ 3376550 h 6858001"/>
              <a:gd name="connsiteX7" fmla="*/ 437178 w 874715"/>
              <a:gd name="connsiteY7" fmla="*/ 3407910 h 6858001"/>
              <a:gd name="connsiteX8" fmla="*/ 435790 w 874715"/>
              <a:gd name="connsiteY8" fmla="*/ 3491262 h 6858001"/>
              <a:gd name="connsiteX9" fmla="*/ 429384 w 874715"/>
              <a:gd name="connsiteY9" fmla="*/ 3520658 h 6858001"/>
              <a:gd name="connsiteX10" fmla="*/ 427332 w 874715"/>
              <a:gd name="connsiteY10" fmla="*/ 3524252 h 6858001"/>
              <a:gd name="connsiteX11" fmla="*/ 427331 w 874715"/>
              <a:gd name="connsiteY11" fmla="*/ 3524252 h 6858001"/>
              <a:gd name="connsiteX12" fmla="*/ 413690 w 874715"/>
              <a:gd name="connsiteY12" fmla="*/ 3548145 h 6858001"/>
              <a:gd name="connsiteX13" fmla="*/ 408166 w 874715"/>
              <a:gd name="connsiteY13" fmla="*/ 3612089 h 6858001"/>
              <a:gd name="connsiteX14" fmla="*/ 421692 w 874715"/>
              <a:gd name="connsiteY14" fmla="*/ 3636610 h 6858001"/>
              <a:gd name="connsiteX15" fmla="*/ 445933 w 874715"/>
              <a:gd name="connsiteY15" fmla="*/ 3687609 h 6858001"/>
              <a:gd name="connsiteX16" fmla="*/ 443241 w 874715"/>
              <a:gd name="connsiteY16" fmla="*/ 3725049 h 6858001"/>
              <a:gd name="connsiteX17" fmla="*/ 455589 w 874715"/>
              <a:gd name="connsiteY17" fmla="*/ 3723372 h 6858001"/>
              <a:gd name="connsiteX18" fmla="*/ 544787 w 874715"/>
              <a:gd name="connsiteY18" fmla="*/ 3712739 h 6858001"/>
              <a:gd name="connsiteX19" fmla="*/ 544802 w 874715"/>
              <a:gd name="connsiteY19" fmla="*/ 3712740 h 6858001"/>
              <a:gd name="connsiteX20" fmla="*/ 544786 w 874715"/>
              <a:gd name="connsiteY20" fmla="*/ 3712740 h 6858001"/>
              <a:gd name="connsiteX21" fmla="*/ 455588 w 874715"/>
              <a:gd name="connsiteY21" fmla="*/ 3723373 h 6858001"/>
              <a:gd name="connsiteX22" fmla="*/ 443240 w 874715"/>
              <a:gd name="connsiteY22" fmla="*/ 3725050 h 6858001"/>
              <a:gd name="connsiteX23" fmla="*/ 441884 w 874715"/>
              <a:gd name="connsiteY23" fmla="*/ 3743904 h 6858001"/>
              <a:gd name="connsiteX24" fmla="*/ 442266 w 874715"/>
              <a:gd name="connsiteY24" fmla="*/ 3764306 h 6858001"/>
              <a:gd name="connsiteX25" fmla="*/ 433692 w 874715"/>
              <a:gd name="connsiteY25" fmla="*/ 3834135 h 6858001"/>
              <a:gd name="connsiteX26" fmla="*/ 428740 w 874715"/>
              <a:gd name="connsiteY26" fmla="*/ 3898864 h 6858001"/>
              <a:gd name="connsiteX27" fmla="*/ 444932 w 874715"/>
              <a:gd name="connsiteY27" fmla="*/ 4062061 h 6858001"/>
              <a:gd name="connsiteX28" fmla="*/ 441122 w 874715"/>
              <a:gd name="connsiteY28" fmla="*/ 4187207 h 6858001"/>
              <a:gd name="connsiteX29" fmla="*/ 444932 w 874715"/>
              <a:gd name="connsiteY29" fmla="*/ 4244874 h 6858001"/>
              <a:gd name="connsiteX30" fmla="*/ 450648 w 874715"/>
              <a:gd name="connsiteY30" fmla="*/ 4277434 h 6858001"/>
              <a:gd name="connsiteX31" fmla="*/ 490464 w 874715"/>
              <a:gd name="connsiteY31" fmla="*/ 4351188 h 6858001"/>
              <a:gd name="connsiteX32" fmla="*/ 499418 w 874715"/>
              <a:gd name="connsiteY32" fmla="*/ 4391596 h 6858001"/>
              <a:gd name="connsiteX33" fmla="*/ 498656 w 874715"/>
              <a:gd name="connsiteY33" fmla="*/ 4513209 h 6858001"/>
              <a:gd name="connsiteX34" fmla="*/ 438646 w 874715"/>
              <a:gd name="connsiteY34" fmla="*/ 4695629 h 6858001"/>
              <a:gd name="connsiteX35" fmla="*/ 430644 w 874715"/>
              <a:gd name="connsiteY35" fmla="*/ 4714658 h 6858001"/>
              <a:gd name="connsiteX36" fmla="*/ 420737 w 874715"/>
              <a:gd name="connsiteY36" fmla="*/ 4807436 h 6858001"/>
              <a:gd name="connsiteX37" fmla="*/ 434264 w 874715"/>
              <a:gd name="connsiteY37" fmla="*/ 4870400 h 6858001"/>
              <a:gd name="connsiteX38" fmla="*/ 462269 w 874715"/>
              <a:gd name="connsiteY38" fmla="*/ 4956119 h 6858001"/>
              <a:gd name="connsiteX39" fmla="*/ 485701 w 874715"/>
              <a:gd name="connsiteY39" fmla="*/ 5033207 h 6858001"/>
              <a:gd name="connsiteX40" fmla="*/ 512180 w 874715"/>
              <a:gd name="connsiteY40" fmla="*/ 5089305 h 6858001"/>
              <a:gd name="connsiteX41" fmla="*/ 531613 w 874715"/>
              <a:gd name="connsiteY41" fmla="*/ 5217589 h 6858001"/>
              <a:gd name="connsiteX42" fmla="*/ 534851 w 874715"/>
              <a:gd name="connsiteY42" fmla="*/ 5230926 h 6858001"/>
              <a:gd name="connsiteX43" fmla="*/ 511228 w 874715"/>
              <a:gd name="connsiteY43" fmla="*/ 5327433 h 6858001"/>
              <a:gd name="connsiteX44" fmla="*/ 487225 w 874715"/>
              <a:gd name="connsiteY44" fmla="*/ 5443357 h 6858001"/>
              <a:gd name="connsiteX45" fmla="*/ 495416 w 874715"/>
              <a:gd name="connsiteY45" fmla="*/ 5484746 h 6858001"/>
              <a:gd name="connsiteX46" fmla="*/ 507038 w 874715"/>
              <a:gd name="connsiteY46" fmla="*/ 5541432 h 6858001"/>
              <a:gd name="connsiteX47" fmla="*/ 500942 w 874715"/>
              <a:gd name="connsiteY47" fmla="*/ 5594001 h 6858001"/>
              <a:gd name="connsiteX48" fmla="*/ 500370 w 874715"/>
              <a:gd name="connsiteY48" fmla="*/ 5625974 h 6858001"/>
              <a:gd name="connsiteX49" fmla="*/ 571618 w 874715"/>
              <a:gd name="connsiteY49" fmla="*/ 5771911 h 6858001"/>
              <a:gd name="connsiteX50" fmla="*/ 577524 w 874715"/>
              <a:gd name="connsiteY50" fmla="*/ 5808982 h 6858001"/>
              <a:gd name="connsiteX51" fmla="*/ 586289 w 874715"/>
              <a:gd name="connsiteY51" fmla="*/ 5829971 h 6858001"/>
              <a:gd name="connsiteX52" fmla="*/ 674684 w 874715"/>
              <a:gd name="connsiteY52" fmla="*/ 5956490 h 6858001"/>
              <a:gd name="connsiteX53" fmla="*/ 692590 w 874715"/>
              <a:gd name="connsiteY53" fmla="*/ 6010235 h 6858001"/>
              <a:gd name="connsiteX54" fmla="*/ 688970 w 874715"/>
              <a:gd name="connsiteY54" fmla="*/ 6069276 h 6858001"/>
              <a:gd name="connsiteX55" fmla="*/ 682494 w 874715"/>
              <a:gd name="connsiteY55" fmla="*/ 6103407 h 6858001"/>
              <a:gd name="connsiteX56" fmla="*/ 626294 w 874715"/>
              <a:gd name="connsiteY56" fmla="*/ 6188144 h 6858001"/>
              <a:gd name="connsiteX57" fmla="*/ 628200 w 874715"/>
              <a:gd name="connsiteY57" fmla="*/ 6236396 h 6858001"/>
              <a:gd name="connsiteX58" fmla="*/ 666871 w 874715"/>
              <a:gd name="connsiteY58" fmla="*/ 6311718 h 6858001"/>
              <a:gd name="connsiteX59" fmla="*/ 684208 w 874715"/>
              <a:gd name="connsiteY59" fmla="*/ 6448435 h 6858001"/>
              <a:gd name="connsiteX60" fmla="*/ 630104 w 874715"/>
              <a:gd name="connsiteY60" fmla="*/ 6517873 h 6858001"/>
              <a:gd name="connsiteX61" fmla="*/ 578096 w 874715"/>
              <a:gd name="connsiteY61" fmla="*/ 6553767 h 6858001"/>
              <a:gd name="connsiteX62" fmla="*/ 517706 w 874715"/>
              <a:gd name="connsiteY62" fmla="*/ 6657533 h 6858001"/>
              <a:gd name="connsiteX63" fmla="*/ 540185 w 874715"/>
              <a:gd name="connsiteY63" fmla="*/ 6682250 h 6858001"/>
              <a:gd name="connsiteX64" fmla="*/ 549712 w 874715"/>
              <a:gd name="connsiteY64" fmla="*/ 6758356 h 6858001"/>
              <a:gd name="connsiteX65" fmla="*/ 548950 w 874715"/>
              <a:gd name="connsiteY65" fmla="*/ 6840738 h 6858001"/>
              <a:gd name="connsiteX66" fmla="*/ 556149 w 874715"/>
              <a:gd name="connsiteY66" fmla="*/ 6858001 h 6858001"/>
              <a:gd name="connsiteX67" fmla="*/ 760427 w 874715"/>
              <a:gd name="connsiteY67" fmla="*/ 6858001 h 6858001"/>
              <a:gd name="connsiteX68" fmla="*/ 763269 w 874715"/>
              <a:gd name="connsiteY68" fmla="*/ 6846819 h 6858001"/>
              <a:gd name="connsiteX69" fmla="*/ 784795 w 874715"/>
              <a:gd name="connsiteY69" fmla="*/ 6678324 h 6858001"/>
              <a:gd name="connsiteX70" fmla="*/ 805560 w 874715"/>
              <a:gd name="connsiteY70" fmla="*/ 6504338 h 6858001"/>
              <a:gd name="connsiteX71" fmla="*/ 812418 w 874715"/>
              <a:gd name="connsiteY71" fmla="*/ 6408814 h 6858001"/>
              <a:gd name="connsiteX72" fmla="*/ 823279 w 874715"/>
              <a:gd name="connsiteY72" fmla="*/ 6325450 h 6858001"/>
              <a:gd name="connsiteX73" fmla="*/ 830137 w 874715"/>
              <a:gd name="connsiteY73" fmla="*/ 6252873 h 6858001"/>
              <a:gd name="connsiteX74" fmla="*/ 844043 w 874715"/>
              <a:gd name="connsiteY74" fmla="*/ 6137341 h 6858001"/>
              <a:gd name="connsiteX75" fmla="*/ 847663 w 874715"/>
              <a:gd name="connsiteY75" fmla="*/ 6089284 h 6858001"/>
              <a:gd name="connsiteX76" fmla="*/ 847471 w 874715"/>
              <a:gd name="connsiteY76" fmla="*/ 5975908 h 6858001"/>
              <a:gd name="connsiteX77" fmla="*/ 845567 w 874715"/>
              <a:gd name="connsiteY77" fmla="*/ 5936481 h 6858001"/>
              <a:gd name="connsiteX78" fmla="*/ 821945 w 874715"/>
              <a:gd name="connsiteY78" fmla="*/ 5860571 h 6858001"/>
              <a:gd name="connsiteX79" fmla="*/ 820231 w 874715"/>
              <a:gd name="connsiteY79" fmla="*/ 5851549 h 6858001"/>
              <a:gd name="connsiteX80" fmla="*/ 810894 w 874715"/>
              <a:gd name="connsiteY80" fmla="*/ 5801726 h 6858001"/>
              <a:gd name="connsiteX81" fmla="*/ 807846 w 874715"/>
              <a:gd name="connsiteY81" fmla="*/ 5774460 h 6858001"/>
              <a:gd name="connsiteX82" fmla="*/ 788415 w 874715"/>
              <a:gd name="connsiteY82" fmla="*/ 5670892 h 6858001"/>
              <a:gd name="connsiteX83" fmla="*/ 779271 w 874715"/>
              <a:gd name="connsiteY83" fmla="*/ 5611265 h 6858001"/>
              <a:gd name="connsiteX84" fmla="*/ 780605 w 874715"/>
              <a:gd name="connsiteY84" fmla="*/ 5563010 h 6858001"/>
              <a:gd name="connsiteX85" fmla="*/ 782319 w 874715"/>
              <a:gd name="connsiteY85" fmla="*/ 5478272 h 6858001"/>
              <a:gd name="connsiteX86" fmla="*/ 786701 w 874715"/>
              <a:gd name="connsiteY86" fmla="*/ 5451203 h 6858001"/>
              <a:gd name="connsiteX87" fmla="*/ 774127 w 874715"/>
              <a:gd name="connsiteY87" fmla="*/ 5328805 h 6858001"/>
              <a:gd name="connsiteX88" fmla="*/ 773175 w 874715"/>
              <a:gd name="connsiteY88" fmla="*/ 5258975 h 6858001"/>
              <a:gd name="connsiteX89" fmla="*/ 757552 w 874715"/>
              <a:gd name="connsiteY89" fmla="*/ 5180319 h 6858001"/>
              <a:gd name="connsiteX90" fmla="*/ 758314 w 874715"/>
              <a:gd name="connsiteY90" fmla="*/ 5157370 h 6858001"/>
              <a:gd name="connsiteX91" fmla="*/ 759649 w 874715"/>
              <a:gd name="connsiteY91" fmla="*/ 5131673 h 6858001"/>
              <a:gd name="connsiteX92" fmla="*/ 760793 w 874715"/>
              <a:gd name="connsiteY92" fmla="*/ 5052820 h 6858001"/>
              <a:gd name="connsiteX93" fmla="*/ 766507 w 874715"/>
              <a:gd name="connsiteY93" fmla="*/ 5004959 h 6858001"/>
              <a:gd name="connsiteX94" fmla="*/ 763079 w 874715"/>
              <a:gd name="connsiteY94" fmla="*/ 4913751 h 6858001"/>
              <a:gd name="connsiteX95" fmla="*/ 768031 w 874715"/>
              <a:gd name="connsiteY95" fmla="*/ 4880011 h 6858001"/>
              <a:gd name="connsiteX96" fmla="*/ 768603 w 874715"/>
              <a:gd name="connsiteY96" fmla="*/ 4794687 h 6858001"/>
              <a:gd name="connsiteX97" fmla="*/ 765745 w 874715"/>
              <a:gd name="connsiteY97" fmla="*/ 4718187 h 6858001"/>
              <a:gd name="connsiteX98" fmla="*/ 767269 w 874715"/>
              <a:gd name="connsiteY98" fmla="*/ 4644434 h 6858001"/>
              <a:gd name="connsiteX99" fmla="*/ 773555 w 874715"/>
              <a:gd name="connsiteY99" fmla="*/ 4591670 h 6858001"/>
              <a:gd name="connsiteX100" fmla="*/ 777365 w 874715"/>
              <a:gd name="connsiteY100" fmla="*/ 4534394 h 6858001"/>
              <a:gd name="connsiteX101" fmla="*/ 800036 w 874715"/>
              <a:gd name="connsiteY101" fmla="*/ 4376493 h 6858001"/>
              <a:gd name="connsiteX102" fmla="*/ 794512 w 874715"/>
              <a:gd name="connsiteY102" fmla="*/ 4347267 h 6858001"/>
              <a:gd name="connsiteX103" fmla="*/ 789368 w 874715"/>
              <a:gd name="connsiteY103" fmla="*/ 4181322 h 6858001"/>
              <a:gd name="connsiteX104" fmla="*/ 789750 w 874715"/>
              <a:gd name="connsiteY104" fmla="*/ 4145230 h 6858001"/>
              <a:gd name="connsiteX105" fmla="*/ 767269 w 874715"/>
              <a:gd name="connsiteY105" fmla="*/ 4048330 h 6858001"/>
              <a:gd name="connsiteX106" fmla="*/ 802894 w 874715"/>
              <a:gd name="connsiteY106" fmla="*/ 3898864 h 6858001"/>
              <a:gd name="connsiteX107" fmla="*/ 847471 w 874715"/>
              <a:gd name="connsiteY107" fmla="*/ 3759007 h 6858001"/>
              <a:gd name="connsiteX108" fmla="*/ 848163 w 874715"/>
              <a:gd name="connsiteY108" fmla="*/ 3756136 h 6858001"/>
              <a:gd name="connsiteX109" fmla="*/ 819543 w 874715"/>
              <a:gd name="connsiteY109" fmla="*/ 3748731 h 6858001"/>
              <a:gd name="connsiteX110" fmla="*/ 819313 w 874715"/>
              <a:gd name="connsiteY110" fmla="*/ 3748682 h 6858001"/>
              <a:gd name="connsiteX111" fmla="*/ 819544 w 874715"/>
              <a:gd name="connsiteY111" fmla="*/ 3748730 h 6858001"/>
              <a:gd name="connsiteX112" fmla="*/ 848164 w 874715"/>
              <a:gd name="connsiteY112" fmla="*/ 3756135 h 6858001"/>
              <a:gd name="connsiteX113" fmla="*/ 849545 w 874715"/>
              <a:gd name="connsiteY113" fmla="*/ 3750401 h 6858001"/>
              <a:gd name="connsiteX114" fmla="*/ 853189 w 874715"/>
              <a:gd name="connsiteY114" fmla="*/ 3741353 h 6858001"/>
              <a:gd name="connsiteX115" fmla="*/ 862905 w 874715"/>
              <a:gd name="connsiteY115" fmla="*/ 3691138 h 6858001"/>
              <a:gd name="connsiteX116" fmla="*/ 866333 w 874715"/>
              <a:gd name="connsiteY116" fmla="*/ 3628959 h 6858001"/>
              <a:gd name="connsiteX117" fmla="*/ 874715 w 874715"/>
              <a:gd name="connsiteY117" fmla="*/ 3550106 h 6858001"/>
              <a:gd name="connsiteX118" fmla="*/ 871487 w 874715"/>
              <a:gd name="connsiteY118" fmla="*/ 3524252 h 6858001"/>
              <a:gd name="connsiteX119" fmla="*/ 871488 w 874715"/>
              <a:gd name="connsiteY119" fmla="*/ 3524252 h 6858001"/>
              <a:gd name="connsiteX120" fmla="*/ 870763 w 874715"/>
              <a:gd name="connsiteY120" fmla="*/ 3518451 h 6858001"/>
              <a:gd name="connsiteX121" fmla="*/ 864238 w 874715"/>
              <a:gd name="connsiteY121" fmla="*/ 3486946 h 6858001"/>
              <a:gd name="connsiteX122" fmla="*/ 848618 w 874715"/>
              <a:gd name="connsiteY122" fmla="*/ 3398677 h 6858001"/>
              <a:gd name="connsiteX123" fmla="*/ 837595 w 874715"/>
              <a:gd name="connsiteY123" fmla="*/ 3365728 h 6858001"/>
              <a:gd name="connsiteX124" fmla="*/ 834829 w 874715"/>
              <a:gd name="connsiteY124" fmla="*/ 3357461 h 6858001"/>
              <a:gd name="connsiteX125" fmla="*/ 513783 w 874715"/>
              <a:gd name="connsiteY125" fmla="*/ 0 h 6858001"/>
              <a:gd name="connsiteX126" fmla="*/ 72334 w 874715"/>
              <a:gd name="connsiteY126" fmla="*/ 0 h 6858001"/>
              <a:gd name="connsiteX127" fmla="*/ 75447 w 874715"/>
              <a:gd name="connsiteY127" fmla="*/ 27991 h 6858001"/>
              <a:gd name="connsiteX128" fmla="*/ 88115 w 874715"/>
              <a:gd name="connsiteY128" fmla="*/ 134133 h 6858001"/>
              <a:gd name="connsiteX129" fmla="*/ 62778 w 874715"/>
              <a:gd name="connsiteY129" fmla="*/ 221224 h 6858001"/>
              <a:gd name="connsiteX130" fmla="*/ 62206 w 874715"/>
              <a:gd name="connsiteY130" fmla="*/ 247312 h 6858001"/>
              <a:gd name="connsiteX131" fmla="*/ 72113 w 874715"/>
              <a:gd name="connsiteY131" fmla="*/ 305764 h 6858001"/>
              <a:gd name="connsiteX132" fmla="*/ 65445 w 874715"/>
              <a:gd name="connsiteY132" fmla="*/ 426397 h 6858001"/>
              <a:gd name="connsiteX133" fmla="*/ 55348 w 874715"/>
              <a:gd name="connsiteY133" fmla="*/ 470924 h 6858001"/>
              <a:gd name="connsiteX134" fmla="*/ 48870 w 874715"/>
              <a:gd name="connsiteY134" fmla="*/ 495638 h 6858001"/>
              <a:gd name="connsiteX135" fmla="*/ 30963 w 874715"/>
              <a:gd name="connsiteY135" fmla="*/ 622548 h 6858001"/>
              <a:gd name="connsiteX136" fmla="*/ 11723 w 874715"/>
              <a:gd name="connsiteY136" fmla="*/ 679040 h 6858001"/>
              <a:gd name="connsiteX137" fmla="*/ 8865 w 874715"/>
              <a:gd name="connsiteY137" fmla="*/ 694341 h 6858001"/>
              <a:gd name="connsiteX138" fmla="*/ 16865 w 874715"/>
              <a:gd name="connsiteY138" fmla="*/ 778095 h 6858001"/>
              <a:gd name="connsiteX139" fmla="*/ 47918 w 874715"/>
              <a:gd name="connsiteY139" fmla="*/ 840866 h 6858001"/>
              <a:gd name="connsiteX140" fmla="*/ 58396 w 874715"/>
              <a:gd name="connsiteY140" fmla="*/ 853028 h 6858001"/>
              <a:gd name="connsiteX141" fmla="*/ 54776 w 874715"/>
              <a:gd name="connsiteY141" fmla="*/ 1027995 h 6858001"/>
              <a:gd name="connsiteX142" fmla="*/ 50394 w 874715"/>
              <a:gd name="connsiteY142" fmla="*/ 1054866 h 6858001"/>
              <a:gd name="connsiteX143" fmla="*/ 68683 w 874715"/>
              <a:gd name="connsiteY143" fmla="*/ 1184720 h 6858001"/>
              <a:gd name="connsiteX144" fmla="*/ 72303 w 874715"/>
              <a:gd name="connsiteY144" fmla="*/ 1222576 h 6858001"/>
              <a:gd name="connsiteX145" fmla="*/ 88687 w 874715"/>
              <a:gd name="connsiteY145" fmla="*/ 1358313 h 6858001"/>
              <a:gd name="connsiteX146" fmla="*/ 73447 w 874715"/>
              <a:gd name="connsiteY146" fmla="*/ 1377535 h 6858001"/>
              <a:gd name="connsiteX147" fmla="*/ 35153 w 874715"/>
              <a:gd name="connsiteY147" fmla="*/ 1432851 h 6858001"/>
              <a:gd name="connsiteX148" fmla="*/ 1244 w 874715"/>
              <a:gd name="connsiteY148" fmla="*/ 1541910 h 6858001"/>
              <a:gd name="connsiteX149" fmla="*/ 3149 w 874715"/>
              <a:gd name="connsiteY149" fmla="*/ 1571529 h 6858001"/>
              <a:gd name="connsiteX150" fmla="*/ 59730 w 874715"/>
              <a:gd name="connsiteY150" fmla="*/ 1646459 h 6858001"/>
              <a:gd name="connsiteX151" fmla="*/ 82399 w 874715"/>
              <a:gd name="connsiteY151" fmla="*/ 1682944 h 6858001"/>
              <a:gd name="connsiteX152" fmla="*/ 124120 w 874715"/>
              <a:gd name="connsiteY152" fmla="*/ 1786511 h 6858001"/>
              <a:gd name="connsiteX153" fmla="*/ 131741 w 874715"/>
              <a:gd name="connsiteY153" fmla="*/ 1795142 h 6858001"/>
              <a:gd name="connsiteX154" fmla="*/ 222232 w 874715"/>
              <a:gd name="connsiteY154" fmla="*/ 1871640 h 6858001"/>
              <a:gd name="connsiteX155" fmla="*/ 237662 w 874715"/>
              <a:gd name="connsiteY155" fmla="*/ 1888901 h 6858001"/>
              <a:gd name="connsiteX156" fmla="*/ 261667 w 874715"/>
              <a:gd name="connsiteY156" fmla="*/ 1909694 h 6858001"/>
              <a:gd name="connsiteX157" fmla="*/ 308150 w 874715"/>
              <a:gd name="connsiteY157" fmla="*/ 1974618 h 6858001"/>
              <a:gd name="connsiteX158" fmla="*/ 323009 w 874715"/>
              <a:gd name="connsiteY158" fmla="*/ 2055042 h 6858001"/>
              <a:gd name="connsiteX159" fmla="*/ 345680 w 874715"/>
              <a:gd name="connsiteY159" fmla="*/ 2152137 h 6858001"/>
              <a:gd name="connsiteX160" fmla="*/ 360920 w 874715"/>
              <a:gd name="connsiteY160" fmla="*/ 2192740 h 6858001"/>
              <a:gd name="connsiteX161" fmla="*/ 389877 w 874715"/>
              <a:gd name="connsiteY161" fmla="*/ 2301603 h 6858001"/>
              <a:gd name="connsiteX162" fmla="*/ 414262 w 874715"/>
              <a:gd name="connsiteY162" fmla="*/ 2379279 h 6858001"/>
              <a:gd name="connsiteX163" fmla="*/ 428551 w 874715"/>
              <a:gd name="connsiteY163" fmla="*/ 2491281 h 6858001"/>
              <a:gd name="connsiteX164" fmla="*/ 429121 w 874715"/>
              <a:gd name="connsiteY164" fmla="*/ 2545615 h 6858001"/>
              <a:gd name="connsiteX165" fmla="*/ 502275 w 874715"/>
              <a:gd name="connsiteY165" fmla="*/ 2645455 h 6858001"/>
              <a:gd name="connsiteX166" fmla="*/ 550665 w 874715"/>
              <a:gd name="connsiteY166" fmla="*/ 2725094 h 6858001"/>
              <a:gd name="connsiteX167" fmla="*/ 527232 w 874715"/>
              <a:gd name="connsiteY167" fmla="*/ 2808850 h 6858001"/>
              <a:gd name="connsiteX168" fmla="*/ 505133 w 874715"/>
              <a:gd name="connsiteY168" fmla="*/ 2831604 h 6858001"/>
              <a:gd name="connsiteX169" fmla="*/ 484178 w 874715"/>
              <a:gd name="connsiteY169" fmla="*/ 2968910 h 6858001"/>
              <a:gd name="connsiteX170" fmla="*/ 483416 w 874715"/>
              <a:gd name="connsiteY170" fmla="*/ 3165061 h 6858001"/>
              <a:gd name="connsiteX171" fmla="*/ 447744 w 874715"/>
              <a:gd name="connsiteY171" fmla="*/ 3326101 h 6858001"/>
              <a:gd name="connsiteX172" fmla="*/ 446756 w 874715"/>
              <a:gd name="connsiteY172" fmla="*/ 3333750 h 6858001"/>
              <a:gd name="connsiteX173" fmla="*/ 834222 w 874715"/>
              <a:gd name="connsiteY173" fmla="*/ 3333750 h 6858001"/>
              <a:gd name="connsiteX174" fmla="*/ 833756 w 874715"/>
              <a:gd name="connsiteY174" fmla="*/ 3315508 h 6858001"/>
              <a:gd name="connsiteX175" fmla="*/ 851283 w 874715"/>
              <a:gd name="connsiteY175" fmla="*/ 3289224 h 6858001"/>
              <a:gd name="connsiteX176" fmla="*/ 866523 w 874715"/>
              <a:gd name="connsiteY176" fmla="*/ 3248621 h 6858001"/>
              <a:gd name="connsiteX177" fmla="*/ 848234 w 874715"/>
              <a:gd name="connsiteY177" fmla="*/ 3203506 h 6858001"/>
              <a:gd name="connsiteX178" fmla="*/ 810325 w 874715"/>
              <a:gd name="connsiteY178" fmla="*/ 3097977 h 6858001"/>
              <a:gd name="connsiteX179" fmla="*/ 808609 w 874715"/>
              <a:gd name="connsiteY179" fmla="*/ 3031285 h 6858001"/>
              <a:gd name="connsiteX180" fmla="*/ 792417 w 874715"/>
              <a:gd name="connsiteY180" fmla="*/ 2886329 h 6858001"/>
              <a:gd name="connsiteX181" fmla="*/ 769366 w 874715"/>
              <a:gd name="connsiteY181" fmla="*/ 2791590 h 6858001"/>
              <a:gd name="connsiteX182" fmla="*/ 743267 w 874715"/>
              <a:gd name="connsiteY182" fmla="*/ 2723527 h 6858001"/>
              <a:gd name="connsiteX183" fmla="*/ 709166 w 874715"/>
              <a:gd name="connsiteY183" fmla="*/ 2626038 h 6858001"/>
              <a:gd name="connsiteX184" fmla="*/ 691449 w 874715"/>
              <a:gd name="connsiteY184" fmla="*/ 2528158 h 6858001"/>
              <a:gd name="connsiteX185" fmla="*/ 669159 w 874715"/>
              <a:gd name="connsiteY185" fmla="*/ 2457348 h 6858001"/>
              <a:gd name="connsiteX186" fmla="*/ 653918 w 874715"/>
              <a:gd name="connsiteY186" fmla="*/ 2370844 h 6858001"/>
              <a:gd name="connsiteX187" fmla="*/ 653348 w 874715"/>
              <a:gd name="connsiteY187" fmla="*/ 2298269 h 6858001"/>
              <a:gd name="connsiteX188" fmla="*/ 656014 w 874715"/>
              <a:gd name="connsiteY188" fmla="*/ 2184501 h 6858001"/>
              <a:gd name="connsiteX189" fmla="*/ 609913 w 874715"/>
              <a:gd name="connsiteY189" fmla="*/ 2045235 h 6858001"/>
              <a:gd name="connsiteX190" fmla="*/ 599624 w 874715"/>
              <a:gd name="connsiteY190" fmla="*/ 1988939 h 6858001"/>
              <a:gd name="connsiteX191" fmla="*/ 594862 w 874715"/>
              <a:gd name="connsiteY191" fmla="*/ 1935977 h 6858001"/>
              <a:gd name="connsiteX192" fmla="*/ 564191 w 874715"/>
              <a:gd name="connsiteY192" fmla="*/ 1823583 h 6858001"/>
              <a:gd name="connsiteX193" fmla="*/ 554093 w 874715"/>
              <a:gd name="connsiteY193" fmla="*/ 1777881 h 6858001"/>
              <a:gd name="connsiteX194" fmla="*/ 554285 w 874715"/>
              <a:gd name="connsiteY194" fmla="*/ 1713934 h 6858001"/>
              <a:gd name="connsiteX195" fmla="*/ 540186 w 874715"/>
              <a:gd name="connsiteY195" fmla="*/ 1597617 h 6858001"/>
              <a:gd name="connsiteX196" fmla="*/ 499037 w 874715"/>
              <a:gd name="connsiteY196" fmla="*/ 1481495 h 6858001"/>
              <a:gd name="connsiteX197" fmla="*/ 503037 w 874715"/>
              <a:gd name="connsiteY197" fmla="*/ 1432262 h 6858001"/>
              <a:gd name="connsiteX198" fmla="*/ 502085 w 874715"/>
              <a:gd name="connsiteY198" fmla="*/ 1414609 h 6858001"/>
              <a:gd name="connsiteX199" fmla="*/ 479414 w 874715"/>
              <a:gd name="connsiteY199" fmla="*/ 1255923 h 6858001"/>
              <a:gd name="connsiteX200" fmla="*/ 476938 w 874715"/>
              <a:gd name="connsiteY200" fmla="*/ 1240034 h 6858001"/>
              <a:gd name="connsiteX201" fmla="*/ 456745 w 874715"/>
              <a:gd name="connsiteY201" fmla="*/ 1165498 h 6858001"/>
              <a:gd name="connsiteX202" fmla="*/ 444171 w 874715"/>
              <a:gd name="connsiteY202" fmla="*/ 977582 h 6858001"/>
              <a:gd name="connsiteX203" fmla="*/ 442647 w 874715"/>
              <a:gd name="connsiteY203" fmla="*/ 966011 h 6858001"/>
              <a:gd name="connsiteX204" fmla="*/ 452743 w 874715"/>
              <a:gd name="connsiteY204" fmla="*/ 903045 h 6858001"/>
              <a:gd name="connsiteX205" fmla="*/ 467032 w 874715"/>
              <a:gd name="connsiteY205" fmla="*/ 871859 h 6858001"/>
              <a:gd name="connsiteX206" fmla="*/ 481892 w 874715"/>
              <a:gd name="connsiteY206" fmla="*/ 823213 h 6858001"/>
              <a:gd name="connsiteX207" fmla="*/ 487416 w 874715"/>
              <a:gd name="connsiteY207" fmla="*/ 773781 h 6858001"/>
              <a:gd name="connsiteX208" fmla="*/ 464936 w 874715"/>
              <a:gd name="connsiteY208" fmla="*/ 690809 h 6858001"/>
              <a:gd name="connsiteX209" fmla="*/ 462650 w 874715"/>
              <a:gd name="connsiteY209" fmla="*/ 660603 h 6858001"/>
              <a:gd name="connsiteX210" fmla="*/ 451791 w 874715"/>
              <a:gd name="connsiteY210" fmla="*/ 593322 h 6858001"/>
              <a:gd name="connsiteX211" fmla="*/ 452553 w 874715"/>
              <a:gd name="connsiteY211" fmla="*/ 534478 h 6858001"/>
              <a:gd name="connsiteX212" fmla="*/ 469890 w 874715"/>
              <a:gd name="connsiteY212" fmla="*/ 487205 h 6858001"/>
              <a:gd name="connsiteX213" fmla="*/ 473318 w 874715"/>
              <a:gd name="connsiteY213" fmla="*/ 418552 h 6858001"/>
              <a:gd name="connsiteX214" fmla="*/ 460746 w 874715"/>
              <a:gd name="connsiteY214" fmla="*/ 374220 h 6858001"/>
              <a:gd name="connsiteX215" fmla="*/ 459032 w 874715"/>
              <a:gd name="connsiteY215" fmla="*/ 365198 h 6858001"/>
              <a:gd name="connsiteX216" fmla="*/ 458267 w 874715"/>
              <a:gd name="connsiteY216" fmla="*/ 249272 h 6858001"/>
              <a:gd name="connsiteX217" fmla="*/ 496179 w 874715"/>
              <a:gd name="connsiteY217" fmla="*/ 104514 h 6858001"/>
              <a:gd name="connsiteX218" fmla="*/ 504181 w 874715"/>
              <a:gd name="connsiteY218" fmla="*/ 80583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</a:cxnLst>
            <a:rect l="l" t="t" r="r" b="b"/>
            <a:pathLst>
              <a:path w="874715" h="6858001">
                <a:moveTo>
                  <a:pt x="669467" y="3720275"/>
                </a:moveTo>
                <a:lnTo>
                  <a:pt x="710453" y="3726292"/>
                </a:lnTo>
                <a:lnTo>
                  <a:pt x="710455" y="3726292"/>
                </a:lnTo>
                <a:lnTo>
                  <a:pt x="669465" y="3720275"/>
                </a:lnTo>
                <a:close/>
                <a:moveTo>
                  <a:pt x="834223" y="3333751"/>
                </a:moveTo>
                <a:lnTo>
                  <a:pt x="446757" y="3333751"/>
                </a:lnTo>
                <a:lnTo>
                  <a:pt x="441229" y="3376550"/>
                </a:lnTo>
                <a:lnTo>
                  <a:pt x="437178" y="3407910"/>
                </a:lnTo>
                <a:cubicBezTo>
                  <a:pt x="435005" y="3435408"/>
                  <a:pt x="434362" y="3463164"/>
                  <a:pt x="435790" y="3491262"/>
                </a:cubicBezTo>
                <a:cubicBezTo>
                  <a:pt x="436266" y="3500578"/>
                  <a:pt x="433599" y="3510777"/>
                  <a:pt x="429384" y="3520658"/>
                </a:cubicBezTo>
                <a:lnTo>
                  <a:pt x="427332" y="3524252"/>
                </a:lnTo>
                <a:lnTo>
                  <a:pt x="427331" y="3524252"/>
                </a:lnTo>
                <a:lnTo>
                  <a:pt x="413690" y="3548145"/>
                </a:lnTo>
                <a:cubicBezTo>
                  <a:pt x="391973" y="3578940"/>
                  <a:pt x="390257" y="3577567"/>
                  <a:pt x="408166" y="3612089"/>
                </a:cubicBezTo>
                <a:cubicBezTo>
                  <a:pt x="412548" y="3620328"/>
                  <a:pt x="415214" y="3630528"/>
                  <a:pt x="421692" y="3636610"/>
                </a:cubicBezTo>
                <a:cubicBezTo>
                  <a:pt x="438171" y="3652106"/>
                  <a:pt x="444409" y="3669416"/>
                  <a:pt x="445933" y="3687609"/>
                </a:cubicBezTo>
                <a:lnTo>
                  <a:pt x="443241" y="3725049"/>
                </a:lnTo>
                <a:lnTo>
                  <a:pt x="455589" y="3723372"/>
                </a:lnTo>
                <a:cubicBezTo>
                  <a:pt x="485111" y="3719138"/>
                  <a:pt x="514678" y="3715144"/>
                  <a:pt x="544787" y="3712739"/>
                </a:cubicBezTo>
                <a:lnTo>
                  <a:pt x="544802" y="3712740"/>
                </a:lnTo>
                <a:lnTo>
                  <a:pt x="544786" y="3712740"/>
                </a:lnTo>
                <a:cubicBezTo>
                  <a:pt x="514677" y="3715145"/>
                  <a:pt x="485110" y="3719139"/>
                  <a:pt x="455588" y="3723373"/>
                </a:cubicBezTo>
                <a:lnTo>
                  <a:pt x="443240" y="3725050"/>
                </a:lnTo>
                <a:lnTo>
                  <a:pt x="441884" y="3743904"/>
                </a:lnTo>
                <a:cubicBezTo>
                  <a:pt x="440932" y="3750574"/>
                  <a:pt x="439598" y="3758615"/>
                  <a:pt x="442266" y="3764306"/>
                </a:cubicBezTo>
                <a:cubicBezTo>
                  <a:pt x="454266" y="3790000"/>
                  <a:pt x="450076" y="3811773"/>
                  <a:pt x="433692" y="3834135"/>
                </a:cubicBezTo>
                <a:cubicBezTo>
                  <a:pt x="419595" y="3853553"/>
                  <a:pt x="411213" y="3875915"/>
                  <a:pt x="428740" y="3898864"/>
                </a:cubicBezTo>
                <a:cubicBezTo>
                  <a:pt x="467603" y="3949864"/>
                  <a:pt x="469507" y="4004392"/>
                  <a:pt x="444932" y="4062061"/>
                </a:cubicBezTo>
                <a:cubicBezTo>
                  <a:pt x="427405" y="4103253"/>
                  <a:pt x="423405" y="4143856"/>
                  <a:pt x="441122" y="4187207"/>
                </a:cubicBezTo>
                <a:cubicBezTo>
                  <a:pt x="447980" y="4203880"/>
                  <a:pt x="443408" y="4225456"/>
                  <a:pt x="444932" y="4244874"/>
                </a:cubicBezTo>
                <a:cubicBezTo>
                  <a:pt x="445694" y="4255860"/>
                  <a:pt x="445884" y="4268022"/>
                  <a:pt x="450648" y="4277434"/>
                </a:cubicBezTo>
                <a:cubicBezTo>
                  <a:pt x="462841" y="4302544"/>
                  <a:pt x="478461" y="4325885"/>
                  <a:pt x="490464" y="4351188"/>
                </a:cubicBezTo>
                <a:cubicBezTo>
                  <a:pt x="496178" y="4363350"/>
                  <a:pt x="499226" y="4377865"/>
                  <a:pt x="499418" y="4391596"/>
                </a:cubicBezTo>
                <a:cubicBezTo>
                  <a:pt x="500370" y="4432199"/>
                  <a:pt x="500370" y="4472804"/>
                  <a:pt x="498656" y="4513209"/>
                </a:cubicBezTo>
                <a:cubicBezTo>
                  <a:pt x="495988" y="4579901"/>
                  <a:pt x="495416" y="4647572"/>
                  <a:pt x="438646" y="4695629"/>
                </a:cubicBezTo>
                <a:cubicBezTo>
                  <a:pt x="434074" y="4699554"/>
                  <a:pt x="431406" y="4707987"/>
                  <a:pt x="430644" y="4714658"/>
                </a:cubicBezTo>
                <a:cubicBezTo>
                  <a:pt x="427025" y="4745453"/>
                  <a:pt x="426643" y="4777033"/>
                  <a:pt x="420737" y="4807436"/>
                </a:cubicBezTo>
                <a:cubicBezTo>
                  <a:pt x="415975" y="4831758"/>
                  <a:pt x="417499" y="4851963"/>
                  <a:pt x="434264" y="4870400"/>
                </a:cubicBezTo>
                <a:cubicBezTo>
                  <a:pt x="456362" y="4894527"/>
                  <a:pt x="469317" y="4923950"/>
                  <a:pt x="462269" y="4956119"/>
                </a:cubicBezTo>
                <a:cubicBezTo>
                  <a:pt x="455410" y="4988286"/>
                  <a:pt x="470269" y="5009470"/>
                  <a:pt x="485701" y="5033207"/>
                </a:cubicBezTo>
                <a:cubicBezTo>
                  <a:pt x="496940" y="5050467"/>
                  <a:pt x="511038" y="5070083"/>
                  <a:pt x="512180" y="5089305"/>
                </a:cubicBezTo>
                <a:cubicBezTo>
                  <a:pt x="514656" y="5132851"/>
                  <a:pt x="553902" y="5170316"/>
                  <a:pt x="531613" y="5217589"/>
                </a:cubicBezTo>
                <a:cubicBezTo>
                  <a:pt x="530089" y="5220727"/>
                  <a:pt x="533899" y="5226415"/>
                  <a:pt x="534851" y="5230926"/>
                </a:cubicBezTo>
                <a:cubicBezTo>
                  <a:pt x="542091" y="5267019"/>
                  <a:pt x="535041" y="5300953"/>
                  <a:pt x="511228" y="5327433"/>
                </a:cubicBezTo>
                <a:cubicBezTo>
                  <a:pt x="480175" y="5362152"/>
                  <a:pt x="477127" y="5400597"/>
                  <a:pt x="487225" y="5443357"/>
                </a:cubicBezTo>
                <a:cubicBezTo>
                  <a:pt x="490464" y="5457089"/>
                  <a:pt x="492750" y="5470820"/>
                  <a:pt x="495416" y="5484746"/>
                </a:cubicBezTo>
                <a:cubicBezTo>
                  <a:pt x="499226" y="5503576"/>
                  <a:pt x="503228" y="5522604"/>
                  <a:pt x="507038" y="5541432"/>
                </a:cubicBezTo>
                <a:cubicBezTo>
                  <a:pt x="510848" y="5559676"/>
                  <a:pt x="517324" y="5579880"/>
                  <a:pt x="500942" y="5594001"/>
                </a:cubicBezTo>
                <a:cubicBezTo>
                  <a:pt x="486843" y="5606164"/>
                  <a:pt x="488177" y="5614794"/>
                  <a:pt x="500370" y="5625974"/>
                </a:cubicBezTo>
                <a:cubicBezTo>
                  <a:pt x="543043" y="5664813"/>
                  <a:pt x="569714" y="5711889"/>
                  <a:pt x="571618" y="5771911"/>
                </a:cubicBezTo>
                <a:cubicBezTo>
                  <a:pt x="572000" y="5784268"/>
                  <a:pt x="574666" y="5796822"/>
                  <a:pt x="577524" y="5808982"/>
                </a:cubicBezTo>
                <a:cubicBezTo>
                  <a:pt x="579239" y="5816437"/>
                  <a:pt x="581145" y="5825462"/>
                  <a:pt x="586289" y="5829971"/>
                </a:cubicBezTo>
                <a:cubicBezTo>
                  <a:pt x="625532" y="5865083"/>
                  <a:pt x="652775" y="5908825"/>
                  <a:pt x="674684" y="5956490"/>
                </a:cubicBezTo>
                <a:cubicBezTo>
                  <a:pt x="682494" y="5973553"/>
                  <a:pt x="690304" y="5991797"/>
                  <a:pt x="692590" y="6010235"/>
                </a:cubicBezTo>
                <a:cubicBezTo>
                  <a:pt x="694876" y="6029456"/>
                  <a:pt x="691066" y="6049660"/>
                  <a:pt x="688970" y="6069276"/>
                </a:cubicBezTo>
                <a:cubicBezTo>
                  <a:pt x="687828" y="6080849"/>
                  <a:pt x="688018" y="6094187"/>
                  <a:pt x="682494" y="6103407"/>
                </a:cubicBezTo>
                <a:cubicBezTo>
                  <a:pt x="665157" y="6132633"/>
                  <a:pt x="646489" y="6160879"/>
                  <a:pt x="626294" y="6188144"/>
                </a:cubicBezTo>
                <a:cubicBezTo>
                  <a:pt x="608958" y="6211486"/>
                  <a:pt x="606481" y="6216194"/>
                  <a:pt x="628200" y="6236396"/>
                </a:cubicBezTo>
                <a:cubicBezTo>
                  <a:pt x="650489" y="6257190"/>
                  <a:pt x="662109" y="6283082"/>
                  <a:pt x="666871" y="6311718"/>
                </a:cubicBezTo>
                <a:cubicBezTo>
                  <a:pt x="674302" y="6357030"/>
                  <a:pt x="680588" y="6402732"/>
                  <a:pt x="684208" y="6448435"/>
                </a:cubicBezTo>
                <a:cubicBezTo>
                  <a:pt x="687446" y="6489823"/>
                  <a:pt x="669920" y="6509634"/>
                  <a:pt x="630104" y="6517873"/>
                </a:cubicBezTo>
                <a:cubicBezTo>
                  <a:pt x="608005" y="6522581"/>
                  <a:pt x="584001" y="6528663"/>
                  <a:pt x="578096" y="6553767"/>
                </a:cubicBezTo>
                <a:cubicBezTo>
                  <a:pt x="568570" y="6594765"/>
                  <a:pt x="564380" y="6637329"/>
                  <a:pt x="517706" y="6657533"/>
                </a:cubicBezTo>
                <a:cubicBezTo>
                  <a:pt x="527993" y="6668713"/>
                  <a:pt x="534089" y="6675579"/>
                  <a:pt x="540185" y="6682250"/>
                </a:cubicBezTo>
                <a:cubicBezTo>
                  <a:pt x="557140" y="6700686"/>
                  <a:pt x="564380" y="6738934"/>
                  <a:pt x="549712" y="6758356"/>
                </a:cubicBezTo>
                <a:cubicBezTo>
                  <a:pt x="528375" y="6786993"/>
                  <a:pt x="532375" y="6813278"/>
                  <a:pt x="548950" y="6840738"/>
                </a:cubicBezTo>
                <a:lnTo>
                  <a:pt x="556149" y="6858001"/>
                </a:lnTo>
                <a:lnTo>
                  <a:pt x="760427" y="6858001"/>
                </a:lnTo>
                <a:lnTo>
                  <a:pt x="763269" y="6846819"/>
                </a:lnTo>
                <a:cubicBezTo>
                  <a:pt x="771841" y="6790916"/>
                  <a:pt x="777937" y="6734620"/>
                  <a:pt x="784795" y="6678324"/>
                </a:cubicBezTo>
                <a:cubicBezTo>
                  <a:pt x="791844" y="6620265"/>
                  <a:pt x="799274" y="6562401"/>
                  <a:pt x="805560" y="6504338"/>
                </a:cubicBezTo>
                <a:cubicBezTo>
                  <a:pt x="808800" y="6472562"/>
                  <a:pt x="809370" y="6440589"/>
                  <a:pt x="812418" y="6408814"/>
                </a:cubicBezTo>
                <a:cubicBezTo>
                  <a:pt x="815086" y="6380959"/>
                  <a:pt x="820039" y="6353302"/>
                  <a:pt x="823279" y="6325450"/>
                </a:cubicBezTo>
                <a:cubicBezTo>
                  <a:pt x="825945" y="6301323"/>
                  <a:pt x="827469" y="6277000"/>
                  <a:pt x="830137" y="6252873"/>
                </a:cubicBezTo>
                <a:cubicBezTo>
                  <a:pt x="834517" y="6214231"/>
                  <a:pt x="839471" y="6175786"/>
                  <a:pt x="844043" y="6137341"/>
                </a:cubicBezTo>
                <a:cubicBezTo>
                  <a:pt x="845757" y="6121257"/>
                  <a:pt x="850520" y="6104387"/>
                  <a:pt x="847663" y="6089284"/>
                </a:cubicBezTo>
                <a:cubicBezTo>
                  <a:pt x="840423" y="6051230"/>
                  <a:pt x="842519" y="6013764"/>
                  <a:pt x="847471" y="5975908"/>
                </a:cubicBezTo>
                <a:cubicBezTo>
                  <a:pt x="849188" y="5962962"/>
                  <a:pt x="848806" y="5949036"/>
                  <a:pt x="845567" y="5936481"/>
                </a:cubicBezTo>
                <a:cubicBezTo>
                  <a:pt x="839089" y="5910785"/>
                  <a:pt x="829945" y="5885876"/>
                  <a:pt x="821945" y="5860571"/>
                </a:cubicBezTo>
                <a:cubicBezTo>
                  <a:pt x="820993" y="5857824"/>
                  <a:pt x="820801" y="5854490"/>
                  <a:pt x="820231" y="5851549"/>
                </a:cubicBezTo>
                <a:cubicBezTo>
                  <a:pt x="816990" y="5834874"/>
                  <a:pt x="813752" y="5818399"/>
                  <a:pt x="810894" y="5801726"/>
                </a:cubicBezTo>
                <a:cubicBezTo>
                  <a:pt x="809370" y="5792704"/>
                  <a:pt x="809180" y="5783484"/>
                  <a:pt x="807846" y="5774460"/>
                </a:cubicBezTo>
                <a:cubicBezTo>
                  <a:pt x="802512" y="5739546"/>
                  <a:pt x="811466" y="5701101"/>
                  <a:pt x="788415" y="5670892"/>
                </a:cubicBezTo>
                <a:cubicBezTo>
                  <a:pt x="773555" y="5651277"/>
                  <a:pt x="776985" y="5632250"/>
                  <a:pt x="779271" y="5611265"/>
                </a:cubicBezTo>
                <a:cubicBezTo>
                  <a:pt x="780985" y="5595374"/>
                  <a:pt x="780413" y="5579094"/>
                  <a:pt x="780605" y="5563010"/>
                </a:cubicBezTo>
                <a:cubicBezTo>
                  <a:pt x="781175" y="5534764"/>
                  <a:pt x="781367" y="5506518"/>
                  <a:pt x="782319" y="5478272"/>
                </a:cubicBezTo>
                <a:cubicBezTo>
                  <a:pt x="782699" y="5469249"/>
                  <a:pt x="787463" y="5460031"/>
                  <a:pt x="786701" y="5451203"/>
                </a:cubicBezTo>
                <a:cubicBezTo>
                  <a:pt x="783081" y="5410403"/>
                  <a:pt x="777365" y="5369604"/>
                  <a:pt x="774127" y="5328805"/>
                </a:cubicBezTo>
                <a:cubicBezTo>
                  <a:pt x="772223" y="5305660"/>
                  <a:pt x="775841" y="5281924"/>
                  <a:pt x="773175" y="5258975"/>
                </a:cubicBezTo>
                <a:cubicBezTo>
                  <a:pt x="770127" y="5232496"/>
                  <a:pt x="762317" y="5206604"/>
                  <a:pt x="757552" y="5180319"/>
                </a:cubicBezTo>
                <a:cubicBezTo>
                  <a:pt x="756220" y="5173061"/>
                  <a:pt x="757934" y="5165020"/>
                  <a:pt x="758314" y="5157370"/>
                </a:cubicBezTo>
                <a:cubicBezTo>
                  <a:pt x="758697" y="5148739"/>
                  <a:pt x="759459" y="5140304"/>
                  <a:pt x="759649" y="5131673"/>
                </a:cubicBezTo>
                <a:cubicBezTo>
                  <a:pt x="760031" y="5105388"/>
                  <a:pt x="759459" y="5079104"/>
                  <a:pt x="760793" y="5052820"/>
                </a:cubicBezTo>
                <a:cubicBezTo>
                  <a:pt x="761555" y="5036736"/>
                  <a:pt x="769365" y="5019868"/>
                  <a:pt x="766507" y="5004959"/>
                </a:cubicBezTo>
                <a:cubicBezTo>
                  <a:pt x="760983" y="4974557"/>
                  <a:pt x="773365" y="4944153"/>
                  <a:pt x="763079" y="4913751"/>
                </a:cubicBezTo>
                <a:cubicBezTo>
                  <a:pt x="760031" y="4904334"/>
                  <a:pt x="767651" y="4891388"/>
                  <a:pt x="768031" y="4880011"/>
                </a:cubicBezTo>
                <a:cubicBezTo>
                  <a:pt x="768983" y="4851570"/>
                  <a:pt x="768793" y="4823128"/>
                  <a:pt x="768603" y="4794687"/>
                </a:cubicBezTo>
                <a:cubicBezTo>
                  <a:pt x="768413" y="4769186"/>
                  <a:pt x="771079" y="4742705"/>
                  <a:pt x="765745" y="4718187"/>
                </a:cubicBezTo>
                <a:cubicBezTo>
                  <a:pt x="760031" y="4692491"/>
                  <a:pt x="760793" y="4669346"/>
                  <a:pt x="767269" y="4644434"/>
                </a:cubicBezTo>
                <a:cubicBezTo>
                  <a:pt x="771651" y="4627369"/>
                  <a:pt x="772223" y="4609322"/>
                  <a:pt x="773555" y="4591670"/>
                </a:cubicBezTo>
                <a:cubicBezTo>
                  <a:pt x="775079" y="4572644"/>
                  <a:pt x="771079" y="4551655"/>
                  <a:pt x="777365" y="4534394"/>
                </a:cubicBezTo>
                <a:cubicBezTo>
                  <a:pt x="796036" y="4483001"/>
                  <a:pt x="800036" y="4430237"/>
                  <a:pt x="800036" y="4376493"/>
                </a:cubicBezTo>
                <a:cubicBezTo>
                  <a:pt x="800036" y="4366684"/>
                  <a:pt x="797370" y="4356680"/>
                  <a:pt x="794512" y="4347267"/>
                </a:cubicBezTo>
                <a:cubicBezTo>
                  <a:pt x="777365" y="4292342"/>
                  <a:pt x="778889" y="4237224"/>
                  <a:pt x="789368" y="4181322"/>
                </a:cubicBezTo>
                <a:cubicBezTo>
                  <a:pt x="791654" y="4169748"/>
                  <a:pt x="792036" y="4156803"/>
                  <a:pt x="789750" y="4145230"/>
                </a:cubicBezTo>
                <a:cubicBezTo>
                  <a:pt x="783081" y="4112668"/>
                  <a:pt x="772031" y="4081088"/>
                  <a:pt x="767269" y="4048330"/>
                </a:cubicBezTo>
                <a:cubicBezTo>
                  <a:pt x="759459" y="3994194"/>
                  <a:pt x="785747" y="3947314"/>
                  <a:pt x="802894" y="3898864"/>
                </a:cubicBezTo>
                <a:cubicBezTo>
                  <a:pt x="819087" y="3852768"/>
                  <a:pt x="855664" y="3813538"/>
                  <a:pt x="847471" y="3759007"/>
                </a:cubicBezTo>
                <a:lnTo>
                  <a:pt x="848163" y="3756136"/>
                </a:lnTo>
                <a:lnTo>
                  <a:pt x="819543" y="3748731"/>
                </a:lnTo>
                <a:lnTo>
                  <a:pt x="819313" y="3748682"/>
                </a:lnTo>
                <a:lnTo>
                  <a:pt x="819544" y="3748730"/>
                </a:lnTo>
                <a:lnTo>
                  <a:pt x="848164" y="3756135"/>
                </a:lnTo>
                <a:lnTo>
                  <a:pt x="849545" y="3750401"/>
                </a:lnTo>
                <a:cubicBezTo>
                  <a:pt x="850902" y="3747434"/>
                  <a:pt x="852522" y="3744394"/>
                  <a:pt x="853189" y="3741353"/>
                </a:cubicBezTo>
                <a:cubicBezTo>
                  <a:pt x="856809" y="3724680"/>
                  <a:pt x="861189" y="3708009"/>
                  <a:pt x="862905" y="3691138"/>
                </a:cubicBezTo>
                <a:cubicBezTo>
                  <a:pt x="865191" y="3670544"/>
                  <a:pt x="864429" y="3649555"/>
                  <a:pt x="866333" y="3628959"/>
                </a:cubicBezTo>
                <a:cubicBezTo>
                  <a:pt x="868619" y="3602478"/>
                  <a:pt x="874715" y="3576391"/>
                  <a:pt x="874715" y="3550106"/>
                </a:cubicBezTo>
                <a:lnTo>
                  <a:pt x="871487" y="3524252"/>
                </a:lnTo>
                <a:lnTo>
                  <a:pt x="871488" y="3524252"/>
                </a:lnTo>
                <a:lnTo>
                  <a:pt x="870763" y="3518451"/>
                </a:lnTo>
                <a:cubicBezTo>
                  <a:pt x="868573" y="3507933"/>
                  <a:pt x="865953" y="3497439"/>
                  <a:pt x="864238" y="3486946"/>
                </a:cubicBezTo>
                <a:cubicBezTo>
                  <a:pt x="859476" y="3457327"/>
                  <a:pt x="860810" y="3424765"/>
                  <a:pt x="848618" y="3398677"/>
                </a:cubicBezTo>
                <a:lnTo>
                  <a:pt x="837595" y="3365728"/>
                </a:lnTo>
                <a:lnTo>
                  <a:pt x="834829" y="3357461"/>
                </a:lnTo>
                <a:close/>
                <a:moveTo>
                  <a:pt x="513783" y="0"/>
                </a:moveTo>
                <a:lnTo>
                  <a:pt x="72334" y="0"/>
                </a:lnTo>
                <a:lnTo>
                  <a:pt x="75447" y="27991"/>
                </a:lnTo>
                <a:cubicBezTo>
                  <a:pt x="80828" y="63323"/>
                  <a:pt x="87734" y="98434"/>
                  <a:pt x="88115" y="134133"/>
                </a:cubicBezTo>
                <a:cubicBezTo>
                  <a:pt x="88495" y="166498"/>
                  <a:pt x="94591" y="198471"/>
                  <a:pt x="62778" y="221224"/>
                </a:cubicBezTo>
                <a:cubicBezTo>
                  <a:pt x="58586" y="224165"/>
                  <a:pt x="60872" y="238486"/>
                  <a:pt x="62206" y="247312"/>
                </a:cubicBezTo>
                <a:cubicBezTo>
                  <a:pt x="65065" y="266927"/>
                  <a:pt x="72303" y="286346"/>
                  <a:pt x="72113" y="305764"/>
                </a:cubicBezTo>
                <a:cubicBezTo>
                  <a:pt x="71923" y="345976"/>
                  <a:pt x="68875" y="386383"/>
                  <a:pt x="65445" y="426397"/>
                </a:cubicBezTo>
                <a:cubicBezTo>
                  <a:pt x="64111" y="441500"/>
                  <a:pt x="58968" y="456017"/>
                  <a:pt x="55348" y="470924"/>
                </a:cubicBezTo>
                <a:cubicBezTo>
                  <a:pt x="53252" y="479162"/>
                  <a:pt x="47728" y="487990"/>
                  <a:pt x="48870" y="495638"/>
                </a:cubicBezTo>
                <a:cubicBezTo>
                  <a:pt x="55538" y="539970"/>
                  <a:pt x="39156" y="580573"/>
                  <a:pt x="30963" y="622548"/>
                </a:cubicBezTo>
                <a:cubicBezTo>
                  <a:pt x="27153" y="641968"/>
                  <a:pt x="18009" y="660210"/>
                  <a:pt x="11723" y="679040"/>
                </a:cubicBezTo>
                <a:cubicBezTo>
                  <a:pt x="10007" y="683943"/>
                  <a:pt x="8483" y="689436"/>
                  <a:pt x="8865" y="694341"/>
                </a:cubicBezTo>
                <a:cubicBezTo>
                  <a:pt x="11151" y="722389"/>
                  <a:pt x="14389" y="750244"/>
                  <a:pt x="16865" y="778095"/>
                </a:cubicBezTo>
                <a:cubicBezTo>
                  <a:pt x="19151" y="803401"/>
                  <a:pt x="19913" y="828900"/>
                  <a:pt x="47918" y="840866"/>
                </a:cubicBezTo>
                <a:cubicBezTo>
                  <a:pt x="52300" y="842633"/>
                  <a:pt x="55538" y="848516"/>
                  <a:pt x="58396" y="853028"/>
                </a:cubicBezTo>
                <a:cubicBezTo>
                  <a:pt x="102404" y="922662"/>
                  <a:pt x="101260" y="959929"/>
                  <a:pt x="54776" y="1027995"/>
                </a:cubicBezTo>
                <a:cubicBezTo>
                  <a:pt x="50014" y="1035056"/>
                  <a:pt x="46584" y="1050159"/>
                  <a:pt x="50394" y="1054866"/>
                </a:cubicBezTo>
                <a:cubicBezTo>
                  <a:pt x="82019" y="1094882"/>
                  <a:pt x="78589" y="1138623"/>
                  <a:pt x="68683" y="1184720"/>
                </a:cubicBezTo>
                <a:cubicBezTo>
                  <a:pt x="66017" y="1196684"/>
                  <a:pt x="66017" y="1213555"/>
                  <a:pt x="72303" y="1222576"/>
                </a:cubicBezTo>
                <a:cubicBezTo>
                  <a:pt x="101450" y="1265534"/>
                  <a:pt x="97260" y="1311630"/>
                  <a:pt x="88687" y="1358313"/>
                </a:cubicBezTo>
                <a:cubicBezTo>
                  <a:pt x="87353" y="1365570"/>
                  <a:pt x="80113" y="1374398"/>
                  <a:pt x="73447" y="1377535"/>
                </a:cubicBezTo>
                <a:cubicBezTo>
                  <a:pt x="49824" y="1388716"/>
                  <a:pt x="41822" y="1409705"/>
                  <a:pt x="35153" y="1432851"/>
                </a:cubicBezTo>
                <a:cubicBezTo>
                  <a:pt x="24295" y="1469335"/>
                  <a:pt x="11531" y="1505229"/>
                  <a:pt x="1244" y="1541910"/>
                </a:cubicBezTo>
                <a:cubicBezTo>
                  <a:pt x="-1232" y="1550935"/>
                  <a:pt x="292" y="1562114"/>
                  <a:pt x="3149" y="1571529"/>
                </a:cubicBezTo>
                <a:cubicBezTo>
                  <a:pt x="12865" y="1603698"/>
                  <a:pt x="37250" y="1624098"/>
                  <a:pt x="59730" y="1646459"/>
                </a:cubicBezTo>
                <a:cubicBezTo>
                  <a:pt x="69637" y="1656267"/>
                  <a:pt x="76685" y="1669800"/>
                  <a:pt x="82399" y="1682944"/>
                </a:cubicBezTo>
                <a:cubicBezTo>
                  <a:pt x="97070" y="1717073"/>
                  <a:pt x="110214" y="1751988"/>
                  <a:pt x="124120" y="1786511"/>
                </a:cubicBezTo>
                <a:cubicBezTo>
                  <a:pt x="125454" y="1789845"/>
                  <a:pt x="128883" y="1792590"/>
                  <a:pt x="131741" y="1795142"/>
                </a:cubicBezTo>
                <a:cubicBezTo>
                  <a:pt x="161842" y="1820640"/>
                  <a:pt x="192131" y="1845943"/>
                  <a:pt x="222232" y="1871640"/>
                </a:cubicBezTo>
                <a:cubicBezTo>
                  <a:pt x="227946" y="1876543"/>
                  <a:pt x="232138" y="1883606"/>
                  <a:pt x="237662" y="1888901"/>
                </a:cubicBezTo>
                <a:cubicBezTo>
                  <a:pt x="245282" y="1896356"/>
                  <a:pt x="252523" y="1905771"/>
                  <a:pt x="261667" y="1909694"/>
                </a:cubicBezTo>
                <a:cubicBezTo>
                  <a:pt x="290432" y="1921855"/>
                  <a:pt x="302816" y="1945197"/>
                  <a:pt x="308150" y="1974618"/>
                </a:cubicBezTo>
                <a:cubicBezTo>
                  <a:pt x="313103" y="2001493"/>
                  <a:pt x="317295" y="2028365"/>
                  <a:pt x="323009" y="2055042"/>
                </a:cubicBezTo>
                <a:cubicBezTo>
                  <a:pt x="329867" y="2087602"/>
                  <a:pt x="337297" y="2119968"/>
                  <a:pt x="345680" y="2152137"/>
                </a:cubicBezTo>
                <a:cubicBezTo>
                  <a:pt x="349300" y="2166063"/>
                  <a:pt x="353490" y="2180774"/>
                  <a:pt x="360920" y="2192740"/>
                </a:cubicBezTo>
                <a:cubicBezTo>
                  <a:pt x="381495" y="2226281"/>
                  <a:pt x="395401" y="2262177"/>
                  <a:pt x="389877" y="2301603"/>
                </a:cubicBezTo>
                <a:cubicBezTo>
                  <a:pt x="385495" y="2333183"/>
                  <a:pt x="396735" y="2359664"/>
                  <a:pt x="414262" y="2379279"/>
                </a:cubicBezTo>
                <a:cubicBezTo>
                  <a:pt x="446077" y="2414980"/>
                  <a:pt x="438837" y="2453227"/>
                  <a:pt x="428551" y="2491281"/>
                </a:cubicBezTo>
                <a:cubicBezTo>
                  <a:pt x="423216" y="2510897"/>
                  <a:pt x="423978" y="2526980"/>
                  <a:pt x="429121" y="2545615"/>
                </a:cubicBezTo>
                <a:cubicBezTo>
                  <a:pt x="441123" y="2588768"/>
                  <a:pt x="473700" y="2617603"/>
                  <a:pt x="502275" y="2645455"/>
                </a:cubicBezTo>
                <a:cubicBezTo>
                  <a:pt x="526660" y="2669191"/>
                  <a:pt x="540376" y="2695868"/>
                  <a:pt x="550665" y="2725094"/>
                </a:cubicBezTo>
                <a:cubicBezTo>
                  <a:pt x="563809" y="2761970"/>
                  <a:pt x="558857" y="2791196"/>
                  <a:pt x="527232" y="2808850"/>
                </a:cubicBezTo>
                <a:cubicBezTo>
                  <a:pt x="518277" y="2813754"/>
                  <a:pt x="507799" y="2822385"/>
                  <a:pt x="505133" y="2831604"/>
                </a:cubicBezTo>
                <a:cubicBezTo>
                  <a:pt x="491799" y="2876129"/>
                  <a:pt x="472366" y="2921245"/>
                  <a:pt x="484178" y="2968910"/>
                </a:cubicBezTo>
                <a:cubicBezTo>
                  <a:pt x="500371" y="3034817"/>
                  <a:pt x="499419" y="3099154"/>
                  <a:pt x="483416" y="3165061"/>
                </a:cubicBezTo>
                <a:cubicBezTo>
                  <a:pt x="470462" y="3218512"/>
                  <a:pt x="457126" y="3271963"/>
                  <a:pt x="447744" y="3326101"/>
                </a:cubicBezTo>
                <a:lnTo>
                  <a:pt x="446756" y="3333750"/>
                </a:lnTo>
                <a:lnTo>
                  <a:pt x="834222" y="3333750"/>
                </a:lnTo>
                <a:lnTo>
                  <a:pt x="833756" y="3315508"/>
                </a:lnTo>
                <a:cubicBezTo>
                  <a:pt x="835090" y="3305897"/>
                  <a:pt x="843092" y="3293538"/>
                  <a:pt x="851283" y="3289224"/>
                </a:cubicBezTo>
                <a:cubicBezTo>
                  <a:pt x="869571" y="3279612"/>
                  <a:pt x="872811" y="3266470"/>
                  <a:pt x="866523" y="3248621"/>
                </a:cubicBezTo>
                <a:cubicBezTo>
                  <a:pt x="861189" y="3233124"/>
                  <a:pt x="858523" y="3214098"/>
                  <a:pt x="848234" y="3203506"/>
                </a:cubicBezTo>
                <a:cubicBezTo>
                  <a:pt x="819088" y="3173494"/>
                  <a:pt x="818135" y="3135244"/>
                  <a:pt x="810325" y="3097977"/>
                </a:cubicBezTo>
                <a:cubicBezTo>
                  <a:pt x="805561" y="3075225"/>
                  <a:pt x="805371" y="3054039"/>
                  <a:pt x="808609" y="3031285"/>
                </a:cubicBezTo>
                <a:cubicBezTo>
                  <a:pt x="815849" y="2981857"/>
                  <a:pt x="805561" y="2933799"/>
                  <a:pt x="792417" y="2886329"/>
                </a:cubicBezTo>
                <a:cubicBezTo>
                  <a:pt x="783654" y="2854945"/>
                  <a:pt x="778320" y="2822776"/>
                  <a:pt x="769366" y="2791590"/>
                </a:cubicBezTo>
                <a:cubicBezTo>
                  <a:pt x="762508" y="2768247"/>
                  <a:pt x="754315" y="2744906"/>
                  <a:pt x="743267" y="2723527"/>
                </a:cubicBezTo>
                <a:cubicBezTo>
                  <a:pt x="727072" y="2692532"/>
                  <a:pt x="702688" y="2665466"/>
                  <a:pt x="709166" y="2626038"/>
                </a:cubicBezTo>
                <a:cubicBezTo>
                  <a:pt x="714880" y="2591317"/>
                  <a:pt x="702880" y="2559935"/>
                  <a:pt x="691449" y="2528158"/>
                </a:cubicBezTo>
                <a:cubicBezTo>
                  <a:pt x="683067" y="2504816"/>
                  <a:pt x="674493" y="2481477"/>
                  <a:pt x="669159" y="2457348"/>
                </a:cubicBezTo>
                <a:cubicBezTo>
                  <a:pt x="662872" y="2428709"/>
                  <a:pt x="665540" y="2396344"/>
                  <a:pt x="653918" y="2370844"/>
                </a:cubicBezTo>
                <a:cubicBezTo>
                  <a:pt x="641726" y="2344167"/>
                  <a:pt x="649918" y="2322005"/>
                  <a:pt x="653348" y="2298269"/>
                </a:cubicBezTo>
                <a:cubicBezTo>
                  <a:pt x="658682" y="2260413"/>
                  <a:pt x="668589" y="2222749"/>
                  <a:pt x="656014" y="2184501"/>
                </a:cubicBezTo>
                <a:cubicBezTo>
                  <a:pt x="640774" y="2138014"/>
                  <a:pt x="624391" y="2091918"/>
                  <a:pt x="609913" y="2045235"/>
                </a:cubicBezTo>
                <a:cubicBezTo>
                  <a:pt x="604386" y="2027187"/>
                  <a:pt x="602100" y="2007771"/>
                  <a:pt x="599624" y="1988939"/>
                </a:cubicBezTo>
                <a:cubicBezTo>
                  <a:pt x="597528" y="1971091"/>
                  <a:pt x="602862" y="1949711"/>
                  <a:pt x="594862" y="1935977"/>
                </a:cubicBezTo>
                <a:cubicBezTo>
                  <a:pt x="574287" y="1900670"/>
                  <a:pt x="564191" y="1864385"/>
                  <a:pt x="564191" y="1823583"/>
                </a:cubicBezTo>
                <a:cubicBezTo>
                  <a:pt x="564191" y="1808282"/>
                  <a:pt x="555617" y="1793374"/>
                  <a:pt x="554093" y="1777881"/>
                </a:cubicBezTo>
                <a:cubicBezTo>
                  <a:pt x="552189" y="1756694"/>
                  <a:pt x="547044" y="1732372"/>
                  <a:pt x="554285" y="1713934"/>
                </a:cubicBezTo>
                <a:cubicBezTo>
                  <a:pt x="571429" y="1670585"/>
                  <a:pt x="557141" y="1635476"/>
                  <a:pt x="540186" y="1597617"/>
                </a:cubicBezTo>
                <a:cubicBezTo>
                  <a:pt x="523422" y="1560348"/>
                  <a:pt x="510087" y="1521118"/>
                  <a:pt x="499037" y="1481495"/>
                </a:cubicBezTo>
                <a:cubicBezTo>
                  <a:pt x="495037" y="1466588"/>
                  <a:pt x="501705" y="1448740"/>
                  <a:pt x="503037" y="1432262"/>
                </a:cubicBezTo>
                <a:cubicBezTo>
                  <a:pt x="503419" y="1426376"/>
                  <a:pt x="503991" y="1419903"/>
                  <a:pt x="502085" y="1414609"/>
                </a:cubicBezTo>
                <a:cubicBezTo>
                  <a:pt x="483796" y="1363414"/>
                  <a:pt x="469890" y="1311432"/>
                  <a:pt x="479414" y="1255923"/>
                </a:cubicBezTo>
                <a:cubicBezTo>
                  <a:pt x="480368" y="1250824"/>
                  <a:pt x="478272" y="1245135"/>
                  <a:pt x="476938" y="1240034"/>
                </a:cubicBezTo>
                <a:cubicBezTo>
                  <a:pt x="470080" y="1215122"/>
                  <a:pt x="459222" y="1190799"/>
                  <a:pt x="456745" y="1165498"/>
                </a:cubicBezTo>
                <a:cubicBezTo>
                  <a:pt x="450649" y="1103121"/>
                  <a:pt x="448171" y="1040355"/>
                  <a:pt x="444171" y="977582"/>
                </a:cubicBezTo>
                <a:cubicBezTo>
                  <a:pt x="443981" y="973659"/>
                  <a:pt x="443981" y="969541"/>
                  <a:pt x="442647" y="966011"/>
                </a:cubicBezTo>
                <a:cubicBezTo>
                  <a:pt x="434455" y="942864"/>
                  <a:pt x="437123" y="922662"/>
                  <a:pt x="452743" y="903045"/>
                </a:cubicBezTo>
                <a:cubicBezTo>
                  <a:pt x="459602" y="894414"/>
                  <a:pt x="463222" y="882645"/>
                  <a:pt x="467032" y="871859"/>
                </a:cubicBezTo>
                <a:cubicBezTo>
                  <a:pt x="472748" y="855968"/>
                  <a:pt x="478272" y="839689"/>
                  <a:pt x="481892" y="823213"/>
                </a:cubicBezTo>
                <a:cubicBezTo>
                  <a:pt x="485320" y="806930"/>
                  <a:pt x="490083" y="789474"/>
                  <a:pt x="487416" y="773781"/>
                </a:cubicBezTo>
                <a:cubicBezTo>
                  <a:pt x="482654" y="745535"/>
                  <a:pt x="471986" y="718661"/>
                  <a:pt x="464936" y="690809"/>
                </a:cubicBezTo>
                <a:cubicBezTo>
                  <a:pt x="462460" y="681198"/>
                  <a:pt x="462842" y="670605"/>
                  <a:pt x="462650" y="660603"/>
                </a:cubicBezTo>
                <a:cubicBezTo>
                  <a:pt x="462080" y="637652"/>
                  <a:pt x="467604" y="614113"/>
                  <a:pt x="451791" y="593322"/>
                </a:cubicBezTo>
                <a:cubicBezTo>
                  <a:pt x="436933" y="574101"/>
                  <a:pt x="441313" y="554679"/>
                  <a:pt x="452553" y="534478"/>
                </a:cubicBezTo>
                <a:cubicBezTo>
                  <a:pt x="460556" y="519961"/>
                  <a:pt x="466842" y="503486"/>
                  <a:pt x="469890" y="487205"/>
                </a:cubicBezTo>
                <a:cubicBezTo>
                  <a:pt x="474080" y="464843"/>
                  <a:pt x="475796" y="442679"/>
                  <a:pt x="473318" y="418552"/>
                </a:cubicBezTo>
                <a:cubicBezTo>
                  <a:pt x="471604" y="401485"/>
                  <a:pt x="470842" y="387559"/>
                  <a:pt x="460746" y="374220"/>
                </a:cubicBezTo>
                <a:cubicBezTo>
                  <a:pt x="459222" y="372064"/>
                  <a:pt x="458840" y="368141"/>
                  <a:pt x="459032" y="365198"/>
                </a:cubicBezTo>
                <a:cubicBezTo>
                  <a:pt x="462270" y="326557"/>
                  <a:pt x="460556" y="288308"/>
                  <a:pt x="458267" y="249272"/>
                </a:cubicBezTo>
                <a:cubicBezTo>
                  <a:pt x="455221" y="199649"/>
                  <a:pt x="464174" y="147470"/>
                  <a:pt x="496179" y="104514"/>
                </a:cubicBezTo>
                <a:cubicBezTo>
                  <a:pt x="500943" y="98237"/>
                  <a:pt x="503037" y="88822"/>
                  <a:pt x="504181" y="80583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F0348A-18A0-8C17-233C-0D50C5C5F2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6474071"/>
              </p:ext>
            </p:extLst>
          </p:nvPr>
        </p:nvGraphicFramePr>
        <p:xfrm>
          <a:off x="4075546" y="258719"/>
          <a:ext cx="7839363" cy="6599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42424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8108-2EA6-8709-5E3F-6F42FAF6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147" y="2028265"/>
            <a:ext cx="10645588" cy="3471207"/>
          </a:xfrm>
        </p:spPr>
        <p:txBody>
          <a:bodyPr>
            <a:normAutofit/>
          </a:bodyPr>
          <a:lstStyle/>
          <a:p>
            <a:pPr algn="ctr"/>
            <a:r>
              <a:rPr lang="en-GB" sz="5400" dirty="0"/>
              <a:t>Programming is fun </a:t>
            </a:r>
            <a:br>
              <a:rPr lang="en-GB" sz="5400" dirty="0"/>
            </a:br>
            <a:r>
              <a:rPr lang="en-GB" sz="5400"/>
              <a:t>and</a:t>
            </a:r>
            <a:br>
              <a:rPr lang="en-GB" sz="5400" dirty="0"/>
            </a:br>
            <a:r>
              <a:rPr lang="en-GB" sz="5400"/>
              <a:t>Jesus is Lord</a:t>
            </a:r>
            <a:endParaRPr lang="en-GB" sz="5400" dirty="0"/>
          </a:p>
        </p:txBody>
      </p:sp>
    </p:spTree>
    <p:extLst>
      <p:ext uri="{BB962C8B-B14F-4D97-AF65-F5344CB8AC3E}">
        <p14:creationId xmlns:p14="http://schemas.microsoft.com/office/powerpoint/2010/main" val="2894262297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Custom 1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3FB96C"/>
      </a:accent1>
      <a:accent2>
        <a:srgbClr val="699EFA"/>
      </a:accent2>
      <a:accent3>
        <a:srgbClr val="8039C1"/>
      </a:accent3>
      <a:accent4>
        <a:srgbClr val="D1971A"/>
      </a:accent4>
      <a:accent5>
        <a:srgbClr val="E62B59"/>
      </a:accent5>
      <a:accent6>
        <a:srgbClr val="9CA2AB"/>
      </a:accent6>
      <a:hlink>
        <a:srgbClr val="FFFFFF"/>
      </a:hlink>
      <a:folHlink>
        <a:srgbClr val="57618E"/>
      </a:folHlink>
    </a:clrScheme>
    <a:fontScheme name="Torn">
      <a:majorFont>
        <a:latin typeface="Verdana Pro Cond SemiBold"/>
        <a:ea typeface=""/>
        <a:cs typeface=""/>
      </a:majorFont>
      <a:minorFont>
        <a:latin typeface="Verdana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TornVTI</vt:lpstr>
      <vt:lpstr>JUnit 5</vt:lpstr>
      <vt:lpstr>PowerPoint Presentation</vt:lpstr>
      <vt:lpstr>Representation</vt:lpstr>
      <vt:lpstr>Three Main Components</vt:lpstr>
      <vt:lpstr>How do You Set up a Test ?</vt:lpstr>
      <vt:lpstr>Let's get practical</vt:lpstr>
      <vt:lpstr>S U M M A R Y</vt:lpstr>
      <vt:lpstr>Programming is fun  and Jesus is Lord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531</cp:revision>
  <dcterms:created xsi:type="dcterms:W3CDTF">2026-03-18T19:59:58Z</dcterms:created>
  <dcterms:modified xsi:type="dcterms:W3CDTF">2026-04-02T17:00:33Z</dcterms:modified>
</cp:coreProperties>
</file>